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3"/>
  </p:notesMasterIdLst>
  <p:sldIdLst>
    <p:sldId id="256" r:id="rId2"/>
    <p:sldId id="257" r:id="rId3"/>
    <p:sldId id="258" r:id="rId4"/>
    <p:sldId id="305" r:id="rId5"/>
    <p:sldId id="266" r:id="rId6"/>
    <p:sldId id="268" r:id="rId7"/>
    <p:sldId id="267" r:id="rId8"/>
    <p:sldId id="259" r:id="rId9"/>
    <p:sldId id="270" r:id="rId10"/>
    <p:sldId id="269" r:id="rId11"/>
    <p:sldId id="271" r:id="rId12"/>
    <p:sldId id="260" r:id="rId13"/>
    <p:sldId id="272" r:id="rId14"/>
    <p:sldId id="273" r:id="rId15"/>
    <p:sldId id="274" r:id="rId16"/>
    <p:sldId id="275" r:id="rId17"/>
    <p:sldId id="261" r:id="rId18"/>
    <p:sldId id="276" r:id="rId19"/>
    <p:sldId id="277" r:id="rId20"/>
    <p:sldId id="278" r:id="rId21"/>
    <p:sldId id="279" r:id="rId22"/>
    <p:sldId id="280" r:id="rId23"/>
    <p:sldId id="285" r:id="rId24"/>
    <p:sldId id="282" r:id="rId25"/>
    <p:sldId id="284" r:id="rId26"/>
    <p:sldId id="283" r:id="rId27"/>
    <p:sldId id="262" r:id="rId28"/>
    <p:sldId id="281" r:id="rId29"/>
    <p:sldId id="286" r:id="rId30"/>
    <p:sldId id="288" r:id="rId31"/>
    <p:sldId id="287" r:id="rId32"/>
    <p:sldId id="289" r:id="rId33"/>
    <p:sldId id="291" r:id="rId34"/>
    <p:sldId id="290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306" r:id="rId43"/>
    <p:sldId id="263" r:id="rId44"/>
    <p:sldId id="299" r:id="rId45"/>
    <p:sldId id="300" r:id="rId46"/>
    <p:sldId id="301" r:id="rId47"/>
    <p:sldId id="302" r:id="rId48"/>
    <p:sldId id="307" r:id="rId49"/>
    <p:sldId id="264" r:id="rId50"/>
    <p:sldId id="303" r:id="rId51"/>
    <p:sldId id="304" r:id="rId52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5" autoAdjust="0"/>
    <p:restoredTop sz="83601" autoAdjust="0"/>
  </p:normalViewPr>
  <p:slideViewPr>
    <p:cSldViewPr>
      <p:cViewPr varScale="1">
        <p:scale>
          <a:sx n="104" d="100"/>
          <a:sy n="104" d="100"/>
        </p:scale>
        <p:origin x="590" y="77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#1">
  <dgm:title val=""/>
  <dgm:desc val=""/>
  <dgm:catLst>
    <dgm:cat type="colorful" pri="10200"/>
  </dgm:catLst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884ADE5-A6A9-4DA5-A01C-0F49D05493D7}" type="doc">
      <dgm:prSet loTypeId="urn:microsoft.com/office/officeart/2005/8/layout/chevron1" loCatId="process" qsTypeId="urn:microsoft.com/office/officeart/2005/8/quickstyle/simple3" qsCatId="simple" csTypeId="urn:microsoft.com/office/officeart/2005/8/colors/colorful5" csCatId="colorful" phldr="1"/>
      <dgm:spPr/>
    </dgm:pt>
    <dgm:pt modelId="{DD2920AF-3A3F-412E-BF7F-C52681FD5F0B}">
      <dgm:prSet phldrT="[文字]"/>
      <dgm:spPr/>
      <dgm:t>
        <a:bodyPr/>
        <a:lstStyle/>
        <a:p>
          <a:r>
            <a:rPr lang="zh-TW" altLang="en-US" dirty="0" smtClean="0"/>
            <a:t>需求分析</a:t>
          </a:r>
          <a:endParaRPr lang="zh-TW" altLang="en-US" dirty="0"/>
        </a:p>
      </dgm:t>
    </dgm:pt>
    <dgm:pt modelId="{9F1303A4-77BD-4C02-AA3C-4F0741DFF5E0}" type="parTrans" cxnId="{2C312120-D421-41E2-8D4D-D9B9439DB02F}">
      <dgm:prSet/>
      <dgm:spPr/>
      <dgm:t>
        <a:bodyPr/>
        <a:lstStyle/>
        <a:p>
          <a:endParaRPr lang="zh-TW" altLang="en-US"/>
        </a:p>
      </dgm:t>
    </dgm:pt>
    <dgm:pt modelId="{7CAF6584-1822-4DD0-97BE-D94C34F701A9}" type="sibTrans" cxnId="{2C312120-D421-41E2-8D4D-D9B9439DB02F}">
      <dgm:prSet/>
      <dgm:spPr/>
      <dgm:t>
        <a:bodyPr/>
        <a:lstStyle/>
        <a:p>
          <a:endParaRPr lang="zh-TW" altLang="en-US"/>
        </a:p>
      </dgm:t>
    </dgm:pt>
    <dgm:pt modelId="{F4799A3C-4A90-49B1-B09C-61D57159FF95}">
      <dgm:prSet phldrT="[文字]"/>
      <dgm:spPr/>
      <dgm:t>
        <a:bodyPr/>
        <a:lstStyle/>
        <a:p>
          <a:r>
            <a:rPr lang="zh-TW" altLang="en-US" dirty="0" smtClean="0"/>
            <a:t>系統分析</a:t>
          </a:r>
          <a:endParaRPr lang="zh-TW" altLang="en-US" dirty="0"/>
        </a:p>
      </dgm:t>
    </dgm:pt>
    <dgm:pt modelId="{DAE828EC-C102-473D-8EED-4CE9D3A50A3E}" type="parTrans" cxnId="{85674CE6-88A8-474D-9D5A-8108E712E1A1}">
      <dgm:prSet/>
      <dgm:spPr/>
      <dgm:t>
        <a:bodyPr/>
        <a:lstStyle/>
        <a:p>
          <a:endParaRPr lang="zh-TW" altLang="en-US"/>
        </a:p>
      </dgm:t>
    </dgm:pt>
    <dgm:pt modelId="{9B4FB0E5-A19D-4FB3-96E0-65A054E6A4EF}" type="sibTrans" cxnId="{85674CE6-88A8-474D-9D5A-8108E712E1A1}">
      <dgm:prSet/>
      <dgm:spPr/>
      <dgm:t>
        <a:bodyPr/>
        <a:lstStyle/>
        <a:p>
          <a:endParaRPr lang="zh-TW" altLang="en-US"/>
        </a:p>
      </dgm:t>
    </dgm:pt>
    <dgm:pt modelId="{F177060D-D2A8-4D49-8B6A-404B6A6B9040}">
      <dgm:prSet phldrT="[文字]"/>
      <dgm:spPr/>
      <dgm:t>
        <a:bodyPr/>
        <a:lstStyle/>
        <a:p>
          <a:r>
            <a:rPr lang="zh-TW" altLang="en-US" dirty="0" smtClean="0"/>
            <a:t>系統設計</a:t>
          </a:r>
          <a:endParaRPr lang="zh-TW" altLang="en-US" dirty="0"/>
        </a:p>
      </dgm:t>
    </dgm:pt>
    <dgm:pt modelId="{3AB2D360-790E-46C2-AB74-1E2E94B6BAAE}" type="parTrans" cxnId="{5048A362-ED5E-43FA-9090-0FBB7A16E630}">
      <dgm:prSet/>
      <dgm:spPr/>
      <dgm:t>
        <a:bodyPr/>
        <a:lstStyle/>
        <a:p>
          <a:endParaRPr lang="zh-TW" altLang="en-US"/>
        </a:p>
      </dgm:t>
    </dgm:pt>
    <dgm:pt modelId="{D3C824FF-E3D5-40A3-B803-07F20B940079}" type="sibTrans" cxnId="{5048A362-ED5E-43FA-9090-0FBB7A16E630}">
      <dgm:prSet/>
      <dgm:spPr/>
      <dgm:t>
        <a:bodyPr/>
        <a:lstStyle/>
        <a:p>
          <a:endParaRPr lang="zh-TW" altLang="en-US"/>
        </a:p>
      </dgm:t>
    </dgm:pt>
    <dgm:pt modelId="{FC1B6A64-DB9E-4050-9285-DE2BCED64B5B}">
      <dgm:prSet phldrT="[文字]"/>
      <dgm:spPr/>
      <dgm:t>
        <a:bodyPr/>
        <a:lstStyle/>
        <a:p>
          <a:r>
            <a:rPr lang="zh-TW" altLang="en-US" dirty="0" smtClean="0"/>
            <a:t>系統實作</a:t>
          </a:r>
          <a:endParaRPr lang="zh-TW" altLang="en-US" dirty="0"/>
        </a:p>
      </dgm:t>
    </dgm:pt>
    <dgm:pt modelId="{3E422E28-8372-42B1-9F4D-259E55836720}" type="parTrans" cxnId="{52139692-E10E-4409-AB41-0AA614B9C3BA}">
      <dgm:prSet/>
      <dgm:spPr/>
      <dgm:t>
        <a:bodyPr/>
        <a:lstStyle/>
        <a:p>
          <a:endParaRPr lang="zh-TW" altLang="en-US"/>
        </a:p>
      </dgm:t>
    </dgm:pt>
    <dgm:pt modelId="{E9C307EA-43DA-43AF-936E-FE2918F86A59}" type="sibTrans" cxnId="{52139692-E10E-4409-AB41-0AA614B9C3BA}">
      <dgm:prSet/>
      <dgm:spPr/>
      <dgm:t>
        <a:bodyPr/>
        <a:lstStyle/>
        <a:p>
          <a:endParaRPr lang="zh-TW" altLang="en-US"/>
        </a:p>
      </dgm:t>
    </dgm:pt>
    <dgm:pt modelId="{76A5729B-250C-45F3-9AD9-85C7F09AC3B8}" type="pres">
      <dgm:prSet presAssocID="{D884ADE5-A6A9-4DA5-A01C-0F49D05493D7}" presName="Name0" presStyleCnt="0">
        <dgm:presLayoutVars>
          <dgm:dir/>
          <dgm:animLvl val="lvl"/>
          <dgm:resizeHandles val="exact"/>
        </dgm:presLayoutVars>
      </dgm:prSet>
      <dgm:spPr/>
    </dgm:pt>
    <dgm:pt modelId="{8F94B375-4979-46DA-9CA0-A516EA108DA0}" type="pres">
      <dgm:prSet presAssocID="{DD2920AF-3A3F-412E-BF7F-C52681FD5F0B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B6C19A11-C0F5-4111-A90F-8DD72F1A30EA}" type="pres">
      <dgm:prSet presAssocID="{7CAF6584-1822-4DD0-97BE-D94C34F701A9}" presName="parTxOnlySpace" presStyleCnt="0"/>
      <dgm:spPr/>
    </dgm:pt>
    <dgm:pt modelId="{681F957B-6379-4037-A8D5-77FF4ECF6AFB}" type="pres">
      <dgm:prSet presAssocID="{F4799A3C-4A90-49B1-B09C-61D57159FF95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9BCF4319-3066-4E52-A3B3-39BB64345371}" type="pres">
      <dgm:prSet presAssocID="{9B4FB0E5-A19D-4FB3-96E0-65A054E6A4EF}" presName="parTxOnlySpace" presStyleCnt="0"/>
      <dgm:spPr/>
    </dgm:pt>
    <dgm:pt modelId="{9778DAA8-FCCB-4E30-971F-890BE1793261}" type="pres">
      <dgm:prSet presAssocID="{F177060D-D2A8-4D49-8B6A-404B6A6B9040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C15090F7-CA99-4470-9FEA-332FD71006BF}" type="pres">
      <dgm:prSet presAssocID="{D3C824FF-E3D5-40A3-B803-07F20B940079}" presName="parTxOnlySpace" presStyleCnt="0"/>
      <dgm:spPr/>
    </dgm:pt>
    <dgm:pt modelId="{D42BF5DC-6861-4A34-9C0A-4EC4B6C15B29}" type="pres">
      <dgm:prSet presAssocID="{FC1B6A64-DB9E-4050-9285-DE2BCED64B5B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</dgm:ptLst>
  <dgm:cxnLst>
    <dgm:cxn modelId="{2C312120-D421-41E2-8D4D-D9B9439DB02F}" srcId="{D884ADE5-A6A9-4DA5-A01C-0F49D05493D7}" destId="{DD2920AF-3A3F-412E-BF7F-C52681FD5F0B}" srcOrd="0" destOrd="0" parTransId="{9F1303A4-77BD-4C02-AA3C-4F0741DFF5E0}" sibTransId="{7CAF6584-1822-4DD0-97BE-D94C34F701A9}"/>
    <dgm:cxn modelId="{52139692-E10E-4409-AB41-0AA614B9C3BA}" srcId="{D884ADE5-A6A9-4DA5-A01C-0F49D05493D7}" destId="{FC1B6A64-DB9E-4050-9285-DE2BCED64B5B}" srcOrd="3" destOrd="0" parTransId="{3E422E28-8372-42B1-9F4D-259E55836720}" sibTransId="{E9C307EA-43DA-43AF-936E-FE2918F86A59}"/>
    <dgm:cxn modelId="{3332BA3B-7055-4452-8CC5-1A93DD43D478}" type="presOf" srcId="{D884ADE5-A6A9-4DA5-A01C-0F49D05493D7}" destId="{76A5729B-250C-45F3-9AD9-85C7F09AC3B8}" srcOrd="0" destOrd="0" presId="urn:microsoft.com/office/officeart/2005/8/layout/chevron1"/>
    <dgm:cxn modelId="{85674CE6-88A8-474D-9D5A-8108E712E1A1}" srcId="{D884ADE5-A6A9-4DA5-A01C-0F49D05493D7}" destId="{F4799A3C-4A90-49B1-B09C-61D57159FF95}" srcOrd="1" destOrd="0" parTransId="{DAE828EC-C102-473D-8EED-4CE9D3A50A3E}" sibTransId="{9B4FB0E5-A19D-4FB3-96E0-65A054E6A4EF}"/>
    <dgm:cxn modelId="{9312BE08-4D55-4747-9C35-3F01A6BC2E1A}" type="presOf" srcId="{F177060D-D2A8-4D49-8B6A-404B6A6B9040}" destId="{9778DAA8-FCCB-4E30-971F-890BE1793261}" srcOrd="0" destOrd="0" presId="urn:microsoft.com/office/officeart/2005/8/layout/chevron1"/>
    <dgm:cxn modelId="{2EEE739D-5108-40B2-97DE-110956624585}" type="presOf" srcId="{F4799A3C-4A90-49B1-B09C-61D57159FF95}" destId="{681F957B-6379-4037-A8D5-77FF4ECF6AFB}" srcOrd="0" destOrd="0" presId="urn:microsoft.com/office/officeart/2005/8/layout/chevron1"/>
    <dgm:cxn modelId="{4720D9F3-C0B6-4D5E-8A03-ACFFB46AA26C}" type="presOf" srcId="{DD2920AF-3A3F-412E-BF7F-C52681FD5F0B}" destId="{8F94B375-4979-46DA-9CA0-A516EA108DA0}" srcOrd="0" destOrd="0" presId="urn:microsoft.com/office/officeart/2005/8/layout/chevron1"/>
    <dgm:cxn modelId="{5048A362-ED5E-43FA-9090-0FBB7A16E630}" srcId="{D884ADE5-A6A9-4DA5-A01C-0F49D05493D7}" destId="{F177060D-D2A8-4D49-8B6A-404B6A6B9040}" srcOrd="2" destOrd="0" parTransId="{3AB2D360-790E-46C2-AB74-1E2E94B6BAAE}" sibTransId="{D3C824FF-E3D5-40A3-B803-07F20B940079}"/>
    <dgm:cxn modelId="{C232D897-6E5A-4CA3-BBF1-659A60B995F7}" type="presOf" srcId="{FC1B6A64-DB9E-4050-9285-DE2BCED64B5B}" destId="{D42BF5DC-6861-4A34-9C0A-4EC4B6C15B29}" srcOrd="0" destOrd="0" presId="urn:microsoft.com/office/officeart/2005/8/layout/chevron1"/>
    <dgm:cxn modelId="{FD61DE39-3A7A-460D-8B5F-2DF06A8D72DB}" type="presParOf" srcId="{76A5729B-250C-45F3-9AD9-85C7F09AC3B8}" destId="{8F94B375-4979-46DA-9CA0-A516EA108DA0}" srcOrd="0" destOrd="0" presId="urn:microsoft.com/office/officeart/2005/8/layout/chevron1"/>
    <dgm:cxn modelId="{D45D60AD-73B2-446E-B412-2746C430FC9F}" type="presParOf" srcId="{76A5729B-250C-45F3-9AD9-85C7F09AC3B8}" destId="{B6C19A11-C0F5-4111-A90F-8DD72F1A30EA}" srcOrd="1" destOrd="0" presId="urn:microsoft.com/office/officeart/2005/8/layout/chevron1"/>
    <dgm:cxn modelId="{51B6B7D2-E9CF-4375-8236-52887FCD0804}" type="presParOf" srcId="{76A5729B-250C-45F3-9AD9-85C7F09AC3B8}" destId="{681F957B-6379-4037-A8D5-77FF4ECF6AFB}" srcOrd="2" destOrd="0" presId="urn:microsoft.com/office/officeart/2005/8/layout/chevron1"/>
    <dgm:cxn modelId="{473EB725-FF61-4D0B-9A59-B13BE12E6382}" type="presParOf" srcId="{76A5729B-250C-45F3-9AD9-85C7F09AC3B8}" destId="{9BCF4319-3066-4E52-A3B3-39BB64345371}" srcOrd="3" destOrd="0" presId="urn:microsoft.com/office/officeart/2005/8/layout/chevron1"/>
    <dgm:cxn modelId="{E0F2E5E7-6BDA-4A9B-854D-46FD5F1A4630}" type="presParOf" srcId="{76A5729B-250C-45F3-9AD9-85C7F09AC3B8}" destId="{9778DAA8-FCCB-4E30-971F-890BE1793261}" srcOrd="4" destOrd="0" presId="urn:microsoft.com/office/officeart/2005/8/layout/chevron1"/>
    <dgm:cxn modelId="{16A02004-8435-4AF5-8884-8CBE940A1D19}" type="presParOf" srcId="{76A5729B-250C-45F3-9AD9-85C7F09AC3B8}" destId="{C15090F7-CA99-4470-9FEA-332FD71006BF}" srcOrd="5" destOrd="0" presId="urn:microsoft.com/office/officeart/2005/8/layout/chevron1"/>
    <dgm:cxn modelId="{89ABBCAE-7795-40B5-B7E1-D5EE51B34960}" type="presParOf" srcId="{76A5729B-250C-45F3-9AD9-85C7F09AC3B8}" destId="{D42BF5DC-6861-4A34-9C0A-4EC4B6C15B29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884ADE5-A6A9-4DA5-A01C-0F49D05493D7}" type="doc">
      <dgm:prSet loTypeId="urn:microsoft.com/office/officeart/2005/8/layout/chevron1" loCatId="process" qsTypeId="urn:microsoft.com/office/officeart/2005/8/quickstyle/simple3" qsCatId="simple" csTypeId="urn:microsoft.com/office/officeart/2005/8/colors/colorful5" csCatId="colorful" phldr="1"/>
      <dgm:spPr/>
    </dgm:pt>
    <dgm:pt modelId="{DD2920AF-3A3F-412E-BF7F-C52681FD5F0B}">
      <dgm:prSet phldrT="[文字]"/>
      <dgm:spPr/>
      <dgm:t>
        <a:bodyPr/>
        <a:lstStyle/>
        <a:p>
          <a:r>
            <a:rPr lang="zh-TW" altLang="en-US" dirty="0" smtClean="0"/>
            <a:t>需求分析</a:t>
          </a:r>
          <a:endParaRPr lang="zh-TW" altLang="en-US" dirty="0"/>
        </a:p>
      </dgm:t>
    </dgm:pt>
    <dgm:pt modelId="{9F1303A4-77BD-4C02-AA3C-4F0741DFF5E0}" type="parTrans" cxnId="{2C312120-D421-41E2-8D4D-D9B9439DB02F}">
      <dgm:prSet/>
      <dgm:spPr/>
      <dgm:t>
        <a:bodyPr/>
        <a:lstStyle/>
        <a:p>
          <a:endParaRPr lang="zh-TW" altLang="en-US"/>
        </a:p>
      </dgm:t>
    </dgm:pt>
    <dgm:pt modelId="{7CAF6584-1822-4DD0-97BE-D94C34F701A9}" type="sibTrans" cxnId="{2C312120-D421-41E2-8D4D-D9B9439DB02F}">
      <dgm:prSet/>
      <dgm:spPr/>
      <dgm:t>
        <a:bodyPr/>
        <a:lstStyle/>
        <a:p>
          <a:endParaRPr lang="zh-TW" altLang="en-US"/>
        </a:p>
      </dgm:t>
    </dgm:pt>
    <dgm:pt modelId="{F4799A3C-4A90-49B1-B09C-61D57159FF95}">
      <dgm:prSet phldrT="[文字]"/>
      <dgm:spPr/>
      <dgm:t>
        <a:bodyPr/>
        <a:lstStyle/>
        <a:p>
          <a:r>
            <a:rPr lang="zh-TW" altLang="en-US" dirty="0" smtClean="0"/>
            <a:t>系統分析</a:t>
          </a:r>
          <a:endParaRPr lang="zh-TW" altLang="en-US" dirty="0"/>
        </a:p>
      </dgm:t>
    </dgm:pt>
    <dgm:pt modelId="{DAE828EC-C102-473D-8EED-4CE9D3A50A3E}" type="parTrans" cxnId="{85674CE6-88A8-474D-9D5A-8108E712E1A1}">
      <dgm:prSet/>
      <dgm:spPr/>
      <dgm:t>
        <a:bodyPr/>
        <a:lstStyle/>
        <a:p>
          <a:endParaRPr lang="zh-TW" altLang="en-US"/>
        </a:p>
      </dgm:t>
    </dgm:pt>
    <dgm:pt modelId="{9B4FB0E5-A19D-4FB3-96E0-65A054E6A4EF}" type="sibTrans" cxnId="{85674CE6-88A8-474D-9D5A-8108E712E1A1}">
      <dgm:prSet/>
      <dgm:spPr/>
      <dgm:t>
        <a:bodyPr/>
        <a:lstStyle/>
        <a:p>
          <a:endParaRPr lang="zh-TW" altLang="en-US"/>
        </a:p>
      </dgm:t>
    </dgm:pt>
    <dgm:pt modelId="{F177060D-D2A8-4D49-8B6A-404B6A6B9040}">
      <dgm:prSet phldrT="[文字]"/>
      <dgm:spPr/>
      <dgm:t>
        <a:bodyPr/>
        <a:lstStyle/>
        <a:p>
          <a:r>
            <a:rPr lang="zh-TW" altLang="en-US" dirty="0" smtClean="0"/>
            <a:t>系統設計</a:t>
          </a:r>
          <a:endParaRPr lang="zh-TW" altLang="en-US" dirty="0"/>
        </a:p>
      </dgm:t>
    </dgm:pt>
    <dgm:pt modelId="{3AB2D360-790E-46C2-AB74-1E2E94B6BAAE}" type="parTrans" cxnId="{5048A362-ED5E-43FA-9090-0FBB7A16E630}">
      <dgm:prSet/>
      <dgm:spPr/>
      <dgm:t>
        <a:bodyPr/>
        <a:lstStyle/>
        <a:p>
          <a:endParaRPr lang="zh-TW" altLang="en-US"/>
        </a:p>
      </dgm:t>
    </dgm:pt>
    <dgm:pt modelId="{D3C824FF-E3D5-40A3-B803-07F20B940079}" type="sibTrans" cxnId="{5048A362-ED5E-43FA-9090-0FBB7A16E630}">
      <dgm:prSet/>
      <dgm:spPr/>
      <dgm:t>
        <a:bodyPr/>
        <a:lstStyle/>
        <a:p>
          <a:endParaRPr lang="zh-TW" altLang="en-US"/>
        </a:p>
      </dgm:t>
    </dgm:pt>
    <dgm:pt modelId="{FC1B6A64-DB9E-4050-9285-DE2BCED64B5B}">
      <dgm:prSet phldrT="[文字]"/>
      <dgm:spPr/>
      <dgm:t>
        <a:bodyPr/>
        <a:lstStyle/>
        <a:p>
          <a:r>
            <a:rPr lang="zh-TW" altLang="en-US" dirty="0" smtClean="0"/>
            <a:t>系統實作</a:t>
          </a:r>
          <a:endParaRPr lang="zh-TW" altLang="en-US" dirty="0"/>
        </a:p>
      </dgm:t>
    </dgm:pt>
    <dgm:pt modelId="{3E422E28-8372-42B1-9F4D-259E55836720}" type="parTrans" cxnId="{52139692-E10E-4409-AB41-0AA614B9C3BA}">
      <dgm:prSet/>
      <dgm:spPr/>
      <dgm:t>
        <a:bodyPr/>
        <a:lstStyle/>
        <a:p>
          <a:endParaRPr lang="zh-TW" altLang="en-US"/>
        </a:p>
      </dgm:t>
    </dgm:pt>
    <dgm:pt modelId="{E9C307EA-43DA-43AF-936E-FE2918F86A59}" type="sibTrans" cxnId="{52139692-E10E-4409-AB41-0AA614B9C3BA}">
      <dgm:prSet/>
      <dgm:spPr/>
      <dgm:t>
        <a:bodyPr/>
        <a:lstStyle/>
        <a:p>
          <a:endParaRPr lang="zh-TW" altLang="en-US"/>
        </a:p>
      </dgm:t>
    </dgm:pt>
    <dgm:pt modelId="{76A5729B-250C-45F3-9AD9-85C7F09AC3B8}" type="pres">
      <dgm:prSet presAssocID="{D884ADE5-A6A9-4DA5-A01C-0F49D05493D7}" presName="Name0" presStyleCnt="0">
        <dgm:presLayoutVars>
          <dgm:dir/>
          <dgm:animLvl val="lvl"/>
          <dgm:resizeHandles val="exact"/>
        </dgm:presLayoutVars>
      </dgm:prSet>
      <dgm:spPr/>
    </dgm:pt>
    <dgm:pt modelId="{8F94B375-4979-46DA-9CA0-A516EA108DA0}" type="pres">
      <dgm:prSet presAssocID="{DD2920AF-3A3F-412E-BF7F-C52681FD5F0B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B6C19A11-C0F5-4111-A90F-8DD72F1A30EA}" type="pres">
      <dgm:prSet presAssocID="{7CAF6584-1822-4DD0-97BE-D94C34F701A9}" presName="parTxOnlySpace" presStyleCnt="0"/>
      <dgm:spPr/>
    </dgm:pt>
    <dgm:pt modelId="{681F957B-6379-4037-A8D5-77FF4ECF6AFB}" type="pres">
      <dgm:prSet presAssocID="{F4799A3C-4A90-49B1-B09C-61D57159FF95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9BCF4319-3066-4E52-A3B3-39BB64345371}" type="pres">
      <dgm:prSet presAssocID="{9B4FB0E5-A19D-4FB3-96E0-65A054E6A4EF}" presName="parTxOnlySpace" presStyleCnt="0"/>
      <dgm:spPr/>
    </dgm:pt>
    <dgm:pt modelId="{9778DAA8-FCCB-4E30-971F-890BE1793261}" type="pres">
      <dgm:prSet presAssocID="{F177060D-D2A8-4D49-8B6A-404B6A6B9040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C15090F7-CA99-4470-9FEA-332FD71006BF}" type="pres">
      <dgm:prSet presAssocID="{D3C824FF-E3D5-40A3-B803-07F20B940079}" presName="parTxOnlySpace" presStyleCnt="0"/>
      <dgm:spPr/>
    </dgm:pt>
    <dgm:pt modelId="{D42BF5DC-6861-4A34-9C0A-4EC4B6C15B29}" type="pres">
      <dgm:prSet presAssocID="{FC1B6A64-DB9E-4050-9285-DE2BCED64B5B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</dgm:ptLst>
  <dgm:cxnLst>
    <dgm:cxn modelId="{2C312120-D421-41E2-8D4D-D9B9439DB02F}" srcId="{D884ADE5-A6A9-4DA5-A01C-0F49D05493D7}" destId="{DD2920AF-3A3F-412E-BF7F-C52681FD5F0B}" srcOrd="0" destOrd="0" parTransId="{9F1303A4-77BD-4C02-AA3C-4F0741DFF5E0}" sibTransId="{7CAF6584-1822-4DD0-97BE-D94C34F701A9}"/>
    <dgm:cxn modelId="{26D94C54-F2E8-452E-AD9A-39F5C0A1908B}" type="presOf" srcId="{FC1B6A64-DB9E-4050-9285-DE2BCED64B5B}" destId="{D42BF5DC-6861-4A34-9C0A-4EC4B6C15B29}" srcOrd="0" destOrd="0" presId="urn:microsoft.com/office/officeart/2005/8/layout/chevron1"/>
    <dgm:cxn modelId="{52139692-E10E-4409-AB41-0AA614B9C3BA}" srcId="{D884ADE5-A6A9-4DA5-A01C-0F49D05493D7}" destId="{FC1B6A64-DB9E-4050-9285-DE2BCED64B5B}" srcOrd="3" destOrd="0" parTransId="{3E422E28-8372-42B1-9F4D-259E55836720}" sibTransId="{E9C307EA-43DA-43AF-936E-FE2918F86A59}"/>
    <dgm:cxn modelId="{7D17BD88-392B-4CD7-BB45-832241ADFA1E}" type="presOf" srcId="{DD2920AF-3A3F-412E-BF7F-C52681FD5F0B}" destId="{8F94B375-4979-46DA-9CA0-A516EA108DA0}" srcOrd="0" destOrd="0" presId="urn:microsoft.com/office/officeart/2005/8/layout/chevron1"/>
    <dgm:cxn modelId="{483E513D-792F-4A78-B0D6-FF8EF0FF8083}" type="presOf" srcId="{F177060D-D2A8-4D49-8B6A-404B6A6B9040}" destId="{9778DAA8-FCCB-4E30-971F-890BE1793261}" srcOrd="0" destOrd="0" presId="urn:microsoft.com/office/officeart/2005/8/layout/chevron1"/>
    <dgm:cxn modelId="{85674CE6-88A8-474D-9D5A-8108E712E1A1}" srcId="{D884ADE5-A6A9-4DA5-A01C-0F49D05493D7}" destId="{F4799A3C-4A90-49B1-B09C-61D57159FF95}" srcOrd="1" destOrd="0" parTransId="{DAE828EC-C102-473D-8EED-4CE9D3A50A3E}" sibTransId="{9B4FB0E5-A19D-4FB3-96E0-65A054E6A4EF}"/>
    <dgm:cxn modelId="{1F722D0F-4297-45CE-A82C-2919DEE938B8}" type="presOf" srcId="{D884ADE5-A6A9-4DA5-A01C-0F49D05493D7}" destId="{76A5729B-250C-45F3-9AD9-85C7F09AC3B8}" srcOrd="0" destOrd="0" presId="urn:microsoft.com/office/officeart/2005/8/layout/chevron1"/>
    <dgm:cxn modelId="{5048A362-ED5E-43FA-9090-0FBB7A16E630}" srcId="{D884ADE5-A6A9-4DA5-A01C-0F49D05493D7}" destId="{F177060D-D2A8-4D49-8B6A-404B6A6B9040}" srcOrd="2" destOrd="0" parTransId="{3AB2D360-790E-46C2-AB74-1E2E94B6BAAE}" sibTransId="{D3C824FF-E3D5-40A3-B803-07F20B940079}"/>
    <dgm:cxn modelId="{7B8EBCE6-5310-4DBF-9C39-DF4EC821715E}" type="presOf" srcId="{F4799A3C-4A90-49B1-B09C-61D57159FF95}" destId="{681F957B-6379-4037-A8D5-77FF4ECF6AFB}" srcOrd="0" destOrd="0" presId="urn:microsoft.com/office/officeart/2005/8/layout/chevron1"/>
    <dgm:cxn modelId="{AD529E5A-DC68-40AA-8FE4-AA88BAAD6F0D}" type="presParOf" srcId="{76A5729B-250C-45F3-9AD9-85C7F09AC3B8}" destId="{8F94B375-4979-46DA-9CA0-A516EA108DA0}" srcOrd="0" destOrd="0" presId="urn:microsoft.com/office/officeart/2005/8/layout/chevron1"/>
    <dgm:cxn modelId="{BE7B4318-70AD-427B-87F7-F00350FF6C12}" type="presParOf" srcId="{76A5729B-250C-45F3-9AD9-85C7F09AC3B8}" destId="{B6C19A11-C0F5-4111-A90F-8DD72F1A30EA}" srcOrd="1" destOrd="0" presId="urn:microsoft.com/office/officeart/2005/8/layout/chevron1"/>
    <dgm:cxn modelId="{DA9C5F64-88A1-4300-871D-1F7A632757E6}" type="presParOf" srcId="{76A5729B-250C-45F3-9AD9-85C7F09AC3B8}" destId="{681F957B-6379-4037-A8D5-77FF4ECF6AFB}" srcOrd="2" destOrd="0" presId="urn:microsoft.com/office/officeart/2005/8/layout/chevron1"/>
    <dgm:cxn modelId="{EE73DAF9-E170-4C22-A534-D1D74DD0031D}" type="presParOf" srcId="{76A5729B-250C-45F3-9AD9-85C7F09AC3B8}" destId="{9BCF4319-3066-4E52-A3B3-39BB64345371}" srcOrd="3" destOrd="0" presId="urn:microsoft.com/office/officeart/2005/8/layout/chevron1"/>
    <dgm:cxn modelId="{1FEB1FB6-58ED-4181-9AFE-774884DB51A7}" type="presParOf" srcId="{76A5729B-250C-45F3-9AD9-85C7F09AC3B8}" destId="{9778DAA8-FCCB-4E30-971F-890BE1793261}" srcOrd="4" destOrd="0" presId="urn:microsoft.com/office/officeart/2005/8/layout/chevron1"/>
    <dgm:cxn modelId="{8884539E-94C7-49B4-AD09-E8E159E38AF4}" type="presParOf" srcId="{76A5729B-250C-45F3-9AD9-85C7F09AC3B8}" destId="{C15090F7-CA99-4470-9FEA-332FD71006BF}" srcOrd="5" destOrd="0" presId="urn:microsoft.com/office/officeart/2005/8/layout/chevron1"/>
    <dgm:cxn modelId="{5247332B-744F-4938-B33C-5EC29DF0ADFF}" type="presParOf" srcId="{76A5729B-250C-45F3-9AD9-85C7F09AC3B8}" destId="{D42BF5DC-6861-4A34-9C0A-4EC4B6C15B29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884ADE5-A6A9-4DA5-A01C-0F49D05493D7}" type="doc">
      <dgm:prSet loTypeId="urn:microsoft.com/office/officeart/2005/8/layout/chevron1" loCatId="process" qsTypeId="urn:microsoft.com/office/officeart/2005/8/quickstyle/simple3" qsCatId="simple" csTypeId="urn:microsoft.com/office/officeart/2005/8/colors/colorful5" csCatId="colorful" phldr="1"/>
      <dgm:spPr/>
    </dgm:pt>
    <dgm:pt modelId="{DD2920AF-3A3F-412E-BF7F-C52681FD5F0B}">
      <dgm:prSet phldrT="[文字]"/>
      <dgm:spPr/>
      <dgm:t>
        <a:bodyPr/>
        <a:lstStyle/>
        <a:p>
          <a:r>
            <a:rPr lang="zh-TW" altLang="en-US" dirty="0" smtClean="0"/>
            <a:t>需求分析</a:t>
          </a:r>
          <a:endParaRPr lang="zh-TW" altLang="en-US" dirty="0"/>
        </a:p>
      </dgm:t>
    </dgm:pt>
    <dgm:pt modelId="{9F1303A4-77BD-4C02-AA3C-4F0741DFF5E0}" type="parTrans" cxnId="{2C312120-D421-41E2-8D4D-D9B9439DB02F}">
      <dgm:prSet/>
      <dgm:spPr/>
      <dgm:t>
        <a:bodyPr/>
        <a:lstStyle/>
        <a:p>
          <a:endParaRPr lang="zh-TW" altLang="en-US"/>
        </a:p>
      </dgm:t>
    </dgm:pt>
    <dgm:pt modelId="{7CAF6584-1822-4DD0-97BE-D94C34F701A9}" type="sibTrans" cxnId="{2C312120-D421-41E2-8D4D-D9B9439DB02F}">
      <dgm:prSet/>
      <dgm:spPr/>
      <dgm:t>
        <a:bodyPr/>
        <a:lstStyle/>
        <a:p>
          <a:endParaRPr lang="zh-TW" altLang="en-US"/>
        </a:p>
      </dgm:t>
    </dgm:pt>
    <dgm:pt modelId="{F4799A3C-4A90-49B1-B09C-61D57159FF95}">
      <dgm:prSet phldrT="[文字]"/>
      <dgm:spPr/>
      <dgm:t>
        <a:bodyPr/>
        <a:lstStyle/>
        <a:p>
          <a:r>
            <a:rPr lang="zh-TW" altLang="en-US" dirty="0" smtClean="0"/>
            <a:t>系統分析</a:t>
          </a:r>
          <a:endParaRPr lang="zh-TW" altLang="en-US" dirty="0"/>
        </a:p>
      </dgm:t>
    </dgm:pt>
    <dgm:pt modelId="{DAE828EC-C102-473D-8EED-4CE9D3A50A3E}" type="parTrans" cxnId="{85674CE6-88A8-474D-9D5A-8108E712E1A1}">
      <dgm:prSet/>
      <dgm:spPr/>
      <dgm:t>
        <a:bodyPr/>
        <a:lstStyle/>
        <a:p>
          <a:endParaRPr lang="zh-TW" altLang="en-US"/>
        </a:p>
      </dgm:t>
    </dgm:pt>
    <dgm:pt modelId="{9B4FB0E5-A19D-4FB3-96E0-65A054E6A4EF}" type="sibTrans" cxnId="{85674CE6-88A8-474D-9D5A-8108E712E1A1}">
      <dgm:prSet/>
      <dgm:spPr/>
      <dgm:t>
        <a:bodyPr/>
        <a:lstStyle/>
        <a:p>
          <a:endParaRPr lang="zh-TW" altLang="en-US"/>
        </a:p>
      </dgm:t>
    </dgm:pt>
    <dgm:pt modelId="{F177060D-D2A8-4D49-8B6A-404B6A6B9040}">
      <dgm:prSet phldrT="[文字]"/>
      <dgm:spPr/>
      <dgm:t>
        <a:bodyPr/>
        <a:lstStyle/>
        <a:p>
          <a:r>
            <a:rPr lang="zh-TW" altLang="en-US" dirty="0" smtClean="0"/>
            <a:t>系統設計</a:t>
          </a:r>
          <a:endParaRPr lang="zh-TW" altLang="en-US" dirty="0"/>
        </a:p>
      </dgm:t>
    </dgm:pt>
    <dgm:pt modelId="{3AB2D360-790E-46C2-AB74-1E2E94B6BAAE}" type="parTrans" cxnId="{5048A362-ED5E-43FA-9090-0FBB7A16E630}">
      <dgm:prSet/>
      <dgm:spPr/>
      <dgm:t>
        <a:bodyPr/>
        <a:lstStyle/>
        <a:p>
          <a:endParaRPr lang="zh-TW" altLang="en-US"/>
        </a:p>
      </dgm:t>
    </dgm:pt>
    <dgm:pt modelId="{D3C824FF-E3D5-40A3-B803-07F20B940079}" type="sibTrans" cxnId="{5048A362-ED5E-43FA-9090-0FBB7A16E630}">
      <dgm:prSet/>
      <dgm:spPr/>
      <dgm:t>
        <a:bodyPr/>
        <a:lstStyle/>
        <a:p>
          <a:endParaRPr lang="zh-TW" altLang="en-US"/>
        </a:p>
      </dgm:t>
    </dgm:pt>
    <dgm:pt modelId="{FC1B6A64-DB9E-4050-9285-DE2BCED64B5B}">
      <dgm:prSet phldrT="[文字]"/>
      <dgm:spPr/>
      <dgm:t>
        <a:bodyPr/>
        <a:lstStyle/>
        <a:p>
          <a:r>
            <a:rPr lang="zh-TW" altLang="en-US" dirty="0" smtClean="0"/>
            <a:t>系統實作</a:t>
          </a:r>
          <a:endParaRPr lang="zh-TW" altLang="en-US" dirty="0"/>
        </a:p>
      </dgm:t>
    </dgm:pt>
    <dgm:pt modelId="{3E422E28-8372-42B1-9F4D-259E55836720}" type="parTrans" cxnId="{52139692-E10E-4409-AB41-0AA614B9C3BA}">
      <dgm:prSet/>
      <dgm:spPr/>
      <dgm:t>
        <a:bodyPr/>
        <a:lstStyle/>
        <a:p>
          <a:endParaRPr lang="zh-TW" altLang="en-US"/>
        </a:p>
      </dgm:t>
    </dgm:pt>
    <dgm:pt modelId="{E9C307EA-43DA-43AF-936E-FE2918F86A59}" type="sibTrans" cxnId="{52139692-E10E-4409-AB41-0AA614B9C3BA}">
      <dgm:prSet/>
      <dgm:spPr/>
      <dgm:t>
        <a:bodyPr/>
        <a:lstStyle/>
        <a:p>
          <a:endParaRPr lang="zh-TW" altLang="en-US"/>
        </a:p>
      </dgm:t>
    </dgm:pt>
    <dgm:pt modelId="{76A5729B-250C-45F3-9AD9-85C7F09AC3B8}" type="pres">
      <dgm:prSet presAssocID="{D884ADE5-A6A9-4DA5-A01C-0F49D05493D7}" presName="Name0" presStyleCnt="0">
        <dgm:presLayoutVars>
          <dgm:dir/>
          <dgm:animLvl val="lvl"/>
          <dgm:resizeHandles val="exact"/>
        </dgm:presLayoutVars>
      </dgm:prSet>
      <dgm:spPr/>
    </dgm:pt>
    <dgm:pt modelId="{8F94B375-4979-46DA-9CA0-A516EA108DA0}" type="pres">
      <dgm:prSet presAssocID="{DD2920AF-3A3F-412E-BF7F-C52681FD5F0B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B6C19A11-C0F5-4111-A90F-8DD72F1A30EA}" type="pres">
      <dgm:prSet presAssocID="{7CAF6584-1822-4DD0-97BE-D94C34F701A9}" presName="parTxOnlySpace" presStyleCnt="0"/>
      <dgm:spPr/>
    </dgm:pt>
    <dgm:pt modelId="{681F957B-6379-4037-A8D5-77FF4ECF6AFB}" type="pres">
      <dgm:prSet presAssocID="{F4799A3C-4A90-49B1-B09C-61D57159FF95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9BCF4319-3066-4E52-A3B3-39BB64345371}" type="pres">
      <dgm:prSet presAssocID="{9B4FB0E5-A19D-4FB3-96E0-65A054E6A4EF}" presName="parTxOnlySpace" presStyleCnt="0"/>
      <dgm:spPr/>
    </dgm:pt>
    <dgm:pt modelId="{9778DAA8-FCCB-4E30-971F-890BE1793261}" type="pres">
      <dgm:prSet presAssocID="{F177060D-D2A8-4D49-8B6A-404B6A6B9040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C15090F7-CA99-4470-9FEA-332FD71006BF}" type="pres">
      <dgm:prSet presAssocID="{D3C824FF-E3D5-40A3-B803-07F20B940079}" presName="parTxOnlySpace" presStyleCnt="0"/>
      <dgm:spPr/>
    </dgm:pt>
    <dgm:pt modelId="{D42BF5DC-6861-4A34-9C0A-4EC4B6C15B29}" type="pres">
      <dgm:prSet presAssocID="{FC1B6A64-DB9E-4050-9285-DE2BCED64B5B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</dgm:ptLst>
  <dgm:cxnLst>
    <dgm:cxn modelId="{2C312120-D421-41E2-8D4D-D9B9439DB02F}" srcId="{D884ADE5-A6A9-4DA5-A01C-0F49D05493D7}" destId="{DD2920AF-3A3F-412E-BF7F-C52681FD5F0B}" srcOrd="0" destOrd="0" parTransId="{9F1303A4-77BD-4C02-AA3C-4F0741DFF5E0}" sibTransId="{7CAF6584-1822-4DD0-97BE-D94C34F701A9}"/>
    <dgm:cxn modelId="{52139692-E10E-4409-AB41-0AA614B9C3BA}" srcId="{D884ADE5-A6A9-4DA5-A01C-0F49D05493D7}" destId="{FC1B6A64-DB9E-4050-9285-DE2BCED64B5B}" srcOrd="3" destOrd="0" parTransId="{3E422E28-8372-42B1-9F4D-259E55836720}" sibTransId="{E9C307EA-43DA-43AF-936E-FE2918F86A59}"/>
    <dgm:cxn modelId="{71A9EFA6-3B9A-4A28-82C3-82CA272A0642}" type="presOf" srcId="{F177060D-D2A8-4D49-8B6A-404B6A6B9040}" destId="{9778DAA8-FCCB-4E30-971F-890BE1793261}" srcOrd="0" destOrd="0" presId="urn:microsoft.com/office/officeart/2005/8/layout/chevron1"/>
    <dgm:cxn modelId="{85674CE6-88A8-474D-9D5A-8108E712E1A1}" srcId="{D884ADE5-A6A9-4DA5-A01C-0F49D05493D7}" destId="{F4799A3C-4A90-49B1-B09C-61D57159FF95}" srcOrd="1" destOrd="0" parTransId="{DAE828EC-C102-473D-8EED-4CE9D3A50A3E}" sibTransId="{9B4FB0E5-A19D-4FB3-96E0-65A054E6A4EF}"/>
    <dgm:cxn modelId="{87010390-9E2A-4F99-BB2E-C7531E827F25}" type="presOf" srcId="{DD2920AF-3A3F-412E-BF7F-C52681FD5F0B}" destId="{8F94B375-4979-46DA-9CA0-A516EA108DA0}" srcOrd="0" destOrd="0" presId="urn:microsoft.com/office/officeart/2005/8/layout/chevron1"/>
    <dgm:cxn modelId="{5048A362-ED5E-43FA-9090-0FBB7A16E630}" srcId="{D884ADE5-A6A9-4DA5-A01C-0F49D05493D7}" destId="{F177060D-D2A8-4D49-8B6A-404B6A6B9040}" srcOrd="2" destOrd="0" parTransId="{3AB2D360-790E-46C2-AB74-1E2E94B6BAAE}" sibTransId="{D3C824FF-E3D5-40A3-B803-07F20B940079}"/>
    <dgm:cxn modelId="{BE20A569-2EB6-4412-B692-872498741706}" type="presOf" srcId="{FC1B6A64-DB9E-4050-9285-DE2BCED64B5B}" destId="{D42BF5DC-6861-4A34-9C0A-4EC4B6C15B29}" srcOrd="0" destOrd="0" presId="urn:microsoft.com/office/officeart/2005/8/layout/chevron1"/>
    <dgm:cxn modelId="{9F4A1B92-AD3A-4222-84F5-5DBD576D3709}" type="presOf" srcId="{F4799A3C-4A90-49B1-B09C-61D57159FF95}" destId="{681F957B-6379-4037-A8D5-77FF4ECF6AFB}" srcOrd="0" destOrd="0" presId="urn:microsoft.com/office/officeart/2005/8/layout/chevron1"/>
    <dgm:cxn modelId="{365208B8-5FA9-4B12-9F2E-12D9BF1CAE15}" type="presOf" srcId="{D884ADE5-A6A9-4DA5-A01C-0F49D05493D7}" destId="{76A5729B-250C-45F3-9AD9-85C7F09AC3B8}" srcOrd="0" destOrd="0" presId="urn:microsoft.com/office/officeart/2005/8/layout/chevron1"/>
    <dgm:cxn modelId="{2331AC4F-8FCF-446C-94C3-D6D1FEC38216}" type="presParOf" srcId="{76A5729B-250C-45F3-9AD9-85C7F09AC3B8}" destId="{8F94B375-4979-46DA-9CA0-A516EA108DA0}" srcOrd="0" destOrd="0" presId="urn:microsoft.com/office/officeart/2005/8/layout/chevron1"/>
    <dgm:cxn modelId="{2FAD9BB1-E80C-4344-97A6-FD5A45BE17E7}" type="presParOf" srcId="{76A5729B-250C-45F3-9AD9-85C7F09AC3B8}" destId="{B6C19A11-C0F5-4111-A90F-8DD72F1A30EA}" srcOrd="1" destOrd="0" presId="urn:microsoft.com/office/officeart/2005/8/layout/chevron1"/>
    <dgm:cxn modelId="{4793EE88-EC1B-488E-A0AD-AA4C8AC9D324}" type="presParOf" srcId="{76A5729B-250C-45F3-9AD9-85C7F09AC3B8}" destId="{681F957B-6379-4037-A8D5-77FF4ECF6AFB}" srcOrd="2" destOrd="0" presId="urn:microsoft.com/office/officeart/2005/8/layout/chevron1"/>
    <dgm:cxn modelId="{1910DEBA-CF91-4D61-ACD0-6027F43003CB}" type="presParOf" srcId="{76A5729B-250C-45F3-9AD9-85C7F09AC3B8}" destId="{9BCF4319-3066-4E52-A3B3-39BB64345371}" srcOrd="3" destOrd="0" presId="urn:microsoft.com/office/officeart/2005/8/layout/chevron1"/>
    <dgm:cxn modelId="{FA6EA27E-0799-4614-B72F-3BAF75672A3E}" type="presParOf" srcId="{76A5729B-250C-45F3-9AD9-85C7F09AC3B8}" destId="{9778DAA8-FCCB-4E30-971F-890BE1793261}" srcOrd="4" destOrd="0" presId="urn:microsoft.com/office/officeart/2005/8/layout/chevron1"/>
    <dgm:cxn modelId="{B63214AA-9EEC-4E25-8B19-CC8C24FEE32B}" type="presParOf" srcId="{76A5729B-250C-45F3-9AD9-85C7F09AC3B8}" destId="{C15090F7-CA99-4470-9FEA-332FD71006BF}" srcOrd="5" destOrd="0" presId="urn:microsoft.com/office/officeart/2005/8/layout/chevron1"/>
    <dgm:cxn modelId="{040FC774-EB75-4A20-89BC-4A78B2445125}" type="presParOf" srcId="{76A5729B-250C-45F3-9AD9-85C7F09AC3B8}" destId="{D42BF5DC-6861-4A34-9C0A-4EC4B6C15B29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14C9CD2-39CB-42A2-8460-A9152E475D10}" type="doc">
      <dgm:prSet loTypeId="urn:microsoft.com/office/officeart/2005/8/layout/radial6" loCatId="cycle" qsTypeId="urn:microsoft.com/office/officeart/2005/8/quickstyle/simple3" qsCatId="simple" csTypeId="urn:microsoft.com/office/officeart/2005/8/colors/colorful1" csCatId="colorful" phldr="1"/>
      <dgm:spPr/>
      <dgm:t>
        <a:bodyPr/>
        <a:lstStyle/>
        <a:p>
          <a:endParaRPr lang="zh-TW" altLang="en-US"/>
        </a:p>
      </dgm:t>
    </dgm:pt>
    <dgm:pt modelId="{D55732E8-6AE4-440B-AD0E-88A7C502375D}">
      <dgm:prSet phldrT="[文字]" custT="1"/>
      <dgm:spPr/>
      <dgm:t>
        <a:bodyPr/>
        <a:lstStyle/>
        <a:p>
          <a:r>
            <a:rPr lang="zh-TW" altLang="en-US" sz="1600" b="1" dirty="0" smtClean="0"/>
            <a:t>架構</a:t>
          </a:r>
          <a:endParaRPr lang="en-US" altLang="zh-TW" sz="1600" b="1" dirty="0" smtClean="0"/>
        </a:p>
        <a:p>
          <a:r>
            <a:rPr lang="zh-TW" altLang="en-US" sz="1600" b="1" dirty="0" smtClean="0"/>
            <a:t>設計</a:t>
          </a:r>
          <a:endParaRPr lang="en-US" altLang="zh-TW" sz="1600" b="1" dirty="0" smtClean="0"/>
        </a:p>
      </dgm:t>
    </dgm:pt>
    <dgm:pt modelId="{CA0A5180-1B5D-4CAA-A540-8DA8960C72E2}" type="parTrans" cxnId="{C4A6F36E-1803-4DA6-B483-1C67CCC69416}">
      <dgm:prSet/>
      <dgm:spPr/>
      <dgm:t>
        <a:bodyPr/>
        <a:lstStyle/>
        <a:p>
          <a:endParaRPr lang="zh-TW" altLang="en-US"/>
        </a:p>
      </dgm:t>
    </dgm:pt>
    <dgm:pt modelId="{68460206-6D17-43E3-8112-E44AE17D4B9D}" type="sibTrans" cxnId="{C4A6F36E-1803-4DA6-B483-1C67CCC69416}">
      <dgm:prSet/>
      <dgm:spPr/>
      <dgm:t>
        <a:bodyPr/>
        <a:lstStyle/>
        <a:p>
          <a:endParaRPr lang="zh-TW" altLang="en-US"/>
        </a:p>
      </dgm:t>
    </dgm:pt>
    <dgm:pt modelId="{8177D842-7F07-403C-B018-F39181A796FB}">
      <dgm:prSet phldrT="[文字]"/>
      <dgm:spPr/>
      <dgm:t>
        <a:bodyPr/>
        <a:lstStyle/>
        <a:p>
          <a:r>
            <a:rPr lang="zh-TW" altLang="en-US" dirty="0" smtClean="0"/>
            <a:t>規劃</a:t>
          </a:r>
          <a:endParaRPr lang="en-US" altLang="zh-TW" dirty="0" smtClean="0"/>
        </a:p>
      </dgm:t>
    </dgm:pt>
    <dgm:pt modelId="{873F4477-6203-4F2E-A99E-6126EAA86C0C}" type="parTrans" cxnId="{BDC7F1AC-F86B-4EBC-BC90-A5FE97FE930F}">
      <dgm:prSet/>
      <dgm:spPr/>
      <dgm:t>
        <a:bodyPr/>
        <a:lstStyle/>
        <a:p>
          <a:endParaRPr lang="zh-TW" altLang="en-US"/>
        </a:p>
      </dgm:t>
    </dgm:pt>
    <dgm:pt modelId="{B4CF8F91-156B-4844-BE19-9D3D8990837B}" type="sibTrans" cxnId="{BDC7F1AC-F86B-4EBC-BC90-A5FE97FE930F}">
      <dgm:prSet/>
      <dgm:spPr/>
      <dgm:t>
        <a:bodyPr/>
        <a:lstStyle/>
        <a:p>
          <a:endParaRPr lang="zh-TW" altLang="en-US"/>
        </a:p>
      </dgm:t>
    </dgm:pt>
    <dgm:pt modelId="{F72B024C-A831-4F96-A102-15512711D1A9}">
      <dgm:prSet phldrT="[文字]"/>
      <dgm:spPr/>
      <dgm:t>
        <a:bodyPr/>
        <a:lstStyle/>
        <a:p>
          <a:r>
            <a:rPr lang="zh-TW" altLang="en-US" dirty="0" smtClean="0"/>
            <a:t>使用</a:t>
          </a:r>
          <a:endParaRPr lang="zh-TW" altLang="en-US" dirty="0"/>
        </a:p>
      </dgm:t>
    </dgm:pt>
    <dgm:pt modelId="{F85F965D-078B-4226-A033-826B2AD74BA0}" type="parTrans" cxnId="{41F850C6-B503-4B60-9872-CD60A4B41E1E}">
      <dgm:prSet/>
      <dgm:spPr/>
      <dgm:t>
        <a:bodyPr/>
        <a:lstStyle/>
        <a:p>
          <a:endParaRPr lang="zh-TW" altLang="en-US"/>
        </a:p>
      </dgm:t>
    </dgm:pt>
    <dgm:pt modelId="{5AC9855B-6BE2-4E6B-9F5C-8F23582CFDA9}" type="sibTrans" cxnId="{41F850C6-B503-4B60-9872-CD60A4B41E1E}">
      <dgm:prSet/>
      <dgm:spPr/>
      <dgm:t>
        <a:bodyPr/>
        <a:lstStyle/>
        <a:p>
          <a:endParaRPr lang="zh-TW" altLang="en-US"/>
        </a:p>
      </dgm:t>
    </dgm:pt>
    <dgm:pt modelId="{62F5E763-13F3-4BBD-BFA8-2B0087D7AD9C}">
      <dgm:prSet phldrT="[文字]"/>
      <dgm:spPr/>
      <dgm:t>
        <a:bodyPr/>
        <a:lstStyle/>
        <a:p>
          <a:r>
            <a:rPr lang="zh-TW" altLang="en-US" dirty="0" smtClean="0"/>
            <a:t>回饋</a:t>
          </a:r>
          <a:endParaRPr lang="zh-TW" altLang="en-US" dirty="0"/>
        </a:p>
      </dgm:t>
    </dgm:pt>
    <dgm:pt modelId="{7E2E62B2-18D9-47E8-B3DD-378AE1997C3A}" type="parTrans" cxnId="{86A6F624-FFA1-44DD-978B-DB49C124C727}">
      <dgm:prSet/>
      <dgm:spPr/>
      <dgm:t>
        <a:bodyPr/>
        <a:lstStyle/>
        <a:p>
          <a:endParaRPr lang="zh-TW" altLang="en-US"/>
        </a:p>
      </dgm:t>
    </dgm:pt>
    <dgm:pt modelId="{32FA07F7-78F6-4885-A8AA-95C5BE7CFA5C}" type="sibTrans" cxnId="{86A6F624-FFA1-44DD-978B-DB49C124C727}">
      <dgm:prSet/>
      <dgm:spPr/>
      <dgm:t>
        <a:bodyPr/>
        <a:lstStyle/>
        <a:p>
          <a:endParaRPr lang="zh-TW" altLang="en-US"/>
        </a:p>
      </dgm:t>
    </dgm:pt>
    <dgm:pt modelId="{A87E5288-66C7-40E3-9E86-E19A832B3AE5}">
      <dgm:prSet phldrT="[文字]"/>
      <dgm:spPr/>
      <dgm:t>
        <a:bodyPr/>
        <a:lstStyle/>
        <a:p>
          <a:r>
            <a:rPr lang="zh-TW" altLang="en-US" dirty="0" smtClean="0"/>
            <a:t>開發</a:t>
          </a:r>
          <a:endParaRPr lang="en-US" altLang="zh-TW" dirty="0" smtClean="0"/>
        </a:p>
      </dgm:t>
    </dgm:pt>
    <dgm:pt modelId="{BF6194D3-BAF9-4430-B3EB-AF4B547991FE}" type="parTrans" cxnId="{BA6FFD1D-73CE-4BBF-91A7-4EE4B6CFF318}">
      <dgm:prSet/>
      <dgm:spPr/>
      <dgm:t>
        <a:bodyPr/>
        <a:lstStyle/>
        <a:p>
          <a:endParaRPr lang="zh-TW" altLang="en-US"/>
        </a:p>
      </dgm:t>
    </dgm:pt>
    <dgm:pt modelId="{B0E289EB-E4EC-45FA-B6BE-D990C9B24A84}" type="sibTrans" cxnId="{BA6FFD1D-73CE-4BBF-91A7-4EE4B6CFF318}">
      <dgm:prSet/>
      <dgm:spPr/>
      <dgm:t>
        <a:bodyPr/>
        <a:lstStyle/>
        <a:p>
          <a:endParaRPr lang="zh-TW" altLang="en-US"/>
        </a:p>
      </dgm:t>
    </dgm:pt>
    <dgm:pt modelId="{B011ABB3-D602-47FA-8D4C-17522726A205}" type="pres">
      <dgm:prSet presAssocID="{E14C9CD2-39CB-42A2-8460-A9152E475D10}" presName="Name0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zh-TW" altLang="en-US"/>
        </a:p>
      </dgm:t>
    </dgm:pt>
    <dgm:pt modelId="{6FF617EA-5D21-4875-918D-4F82D847B2DA}" type="pres">
      <dgm:prSet presAssocID="{D55732E8-6AE4-440B-AD0E-88A7C502375D}" presName="centerShape" presStyleLbl="node0" presStyleIdx="0" presStyleCnt="1"/>
      <dgm:spPr/>
      <dgm:t>
        <a:bodyPr/>
        <a:lstStyle/>
        <a:p>
          <a:endParaRPr lang="zh-TW" altLang="en-US"/>
        </a:p>
      </dgm:t>
    </dgm:pt>
    <dgm:pt modelId="{3960DD02-5870-4385-881F-7D316863C5A7}" type="pres">
      <dgm:prSet presAssocID="{8177D842-7F07-403C-B018-F39181A796FB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1DA8BC18-C906-4514-A51B-0EFA55564FF3}" type="pres">
      <dgm:prSet presAssocID="{8177D842-7F07-403C-B018-F39181A796FB}" presName="dummy" presStyleCnt="0"/>
      <dgm:spPr/>
    </dgm:pt>
    <dgm:pt modelId="{DFD9843B-D0D6-44AC-98F3-735F83797074}" type="pres">
      <dgm:prSet presAssocID="{B4CF8F91-156B-4844-BE19-9D3D8990837B}" presName="sibTrans" presStyleLbl="sibTrans2D1" presStyleIdx="0" presStyleCnt="4"/>
      <dgm:spPr/>
      <dgm:t>
        <a:bodyPr/>
        <a:lstStyle/>
        <a:p>
          <a:endParaRPr lang="zh-TW" altLang="en-US"/>
        </a:p>
      </dgm:t>
    </dgm:pt>
    <dgm:pt modelId="{92A8AD29-F8C3-4B2F-B255-B0C9618050D8}" type="pres">
      <dgm:prSet presAssocID="{A87E5288-66C7-40E3-9E86-E19A832B3AE5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ADA2E15E-F0D8-4E33-A444-46ECEEBC464C}" type="pres">
      <dgm:prSet presAssocID="{A87E5288-66C7-40E3-9E86-E19A832B3AE5}" presName="dummy" presStyleCnt="0"/>
      <dgm:spPr/>
    </dgm:pt>
    <dgm:pt modelId="{ACBBB8E8-05DC-4EDC-AF5E-9D24D9468AD7}" type="pres">
      <dgm:prSet presAssocID="{B0E289EB-E4EC-45FA-B6BE-D990C9B24A84}" presName="sibTrans" presStyleLbl="sibTrans2D1" presStyleIdx="1" presStyleCnt="4"/>
      <dgm:spPr/>
      <dgm:t>
        <a:bodyPr/>
        <a:lstStyle/>
        <a:p>
          <a:endParaRPr lang="zh-TW" altLang="en-US"/>
        </a:p>
      </dgm:t>
    </dgm:pt>
    <dgm:pt modelId="{B82B9FDB-7DB6-41F1-8F0B-E77EBE6C31B6}" type="pres">
      <dgm:prSet presAssocID="{F72B024C-A831-4F96-A102-15512711D1A9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C62A5484-56EF-4ED9-BFA3-0A38262AA4D8}" type="pres">
      <dgm:prSet presAssocID="{F72B024C-A831-4F96-A102-15512711D1A9}" presName="dummy" presStyleCnt="0"/>
      <dgm:spPr/>
    </dgm:pt>
    <dgm:pt modelId="{BDD065ED-FEDF-4B53-8097-3879E3956C85}" type="pres">
      <dgm:prSet presAssocID="{5AC9855B-6BE2-4E6B-9F5C-8F23582CFDA9}" presName="sibTrans" presStyleLbl="sibTrans2D1" presStyleIdx="2" presStyleCnt="4"/>
      <dgm:spPr/>
      <dgm:t>
        <a:bodyPr/>
        <a:lstStyle/>
        <a:p>
          <a:endParaRPr lang="zh-TW" altLang="en-US"/>
        </a:p>
      </dgm:t>
    </dgm:pt>
    <dgm:pt modelId="{C3405BE1-037C-406E-B7ED-A9D66038813C}" type="pres">
      <dgm:prSet presAssocID="{62F5E763-13F3-4BBD-BFA8-2B0087D7AD9C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F8FF6F74-E654-4219-A8F1-83E5FD71A399}" type="pres">
      <dgm:prSet presAssocID="{62F5E763-13F3-4BBD-BFA8-2B0087D7AD9C}" presName="dummy" presStyleCnt="0"/>
      <dgm:spPr/>
    </dgm:pt>
    <dgm:pt modelId="{E5E7224C-7E6E-4B47-9485-82645920B160}" type="pres">
      <dgm:prSet presAssocID="{32FA07F7-78F6-4885-A8AA-95C5BE7CFA5C}" presName="sibTrans" presStyleLbl="sibTrans2D1" presStyleIdx="3" presStyleCnt="4"/>
      <dgm:spPr/>
      <dgm:t>
        <a:bodyPr/>
        <a:lstStyle/>
        <a:p>
          <a:endParaRPr lang="zh-TW" altLang="en-US"/>
        </a:p>
      </dgm:t>
    </dgm:pt>
  </dgm:ptLst>
  <dgm:cxnLst>
    <dgm:cxn modelId="{41F850C6-B503-4B60-9872-CD60A4B41E1E}" srcId="{D55732E8-6AE4-440B-AD0E-88A7C502375D}" destId="{F72B024C-A831-4F96-A102-15512711D1A9}" srcOrd="2" destOrd="0" parTransId="{F85F965D-078B-4226-A033-826B2AD74BA0}" sibTransId="{5AC9855B-6BE2-4E6B-9F5C-8F23582CFDA9}"/>
    <dgm:cxn modelId="{0C37C34F-2199-452F-A442-ABFA48EF9AC9}" type="presOf" srcId="{32FA07F7-78F6-4885-A8AA-95C5BE7CFA5C}" destId="{E5E7224C-7E6E-4B47-9485-82645920B160}" srcOrd="0" destOrd="0" presId="urn:microsoft.com/office/officeart/2005/8/layout/radial6"/>
    <dgm:cxn modelId="{0586534E-A05C-4713-A290-E3E33E4B987B}" type="presOf" srcId="{B4CF8F91-156B-4844-BE19-9D3D8990837B}" destId="{DFD9843B-D0D6-44AC-98F3-735F83797074}" srcOrd="0" destOrd="0" presId="urn:microsoft.com/office/officeart/2005/8/layout/radial6"/>
    <dgm:cxn modelId="{86A6F624-FFA1-44DD-978B-DB49C124C727}" srcId="{D55732E8-6AE4-440B-AD0E-88A7C502375D}" destId="{62F5E763-13F3-4BBD-BFA8-2B0087D7AD9C}" srcOrd="3" destOrd="0" parTransId="{7E2E62B2-18D9-47E8-B3DD-378AE1997C3A}" sibTransId="{32FA07F7-78F6-4885-A8AA-95C5BE7CFA5C}"/>
    <dgm:cxn modelId="{9B9A3AA0-70C9-4470-AAAC-8C863E317685}" type="presOf" srcId="{62F5E763-13F3-4BBD-BFA8-2B0087D7AD9C}" destId="{C3405BE1-037C-406E-B7ED-A9D66038813C}" srcOrd="0" destOrd="0" presId="urn:microsoft.com/office/officeart/2005/8/layout/radial6"/>
    <dgm:cxn modelId="{C4A6F36E-1803-4DA6-B483-1C67CCC69416}" srcId="{E14C9CD2-39CB-42A2-8460-A9152E475D10}" destId="{D55732E8-6AE4-440B-AD0E-88A7C502375D}" srcOrd="0" destOrd="0" parTransId="{CA0A5180-1B5D-4CAA-A540-8DA8960C72E2}" sibTransId="{68460206-6D17-43E3-8112-E44AE17D4B9D}"/>
    <dgm:cxn modelId="{0208B94F-C41D-44D0-B2B5-10E86EF7B88C}" type="presOf" srcId="{8177D842-7F07-403C-B018-F39181A796FB}" destId="{3960DD02-5870-4385-881F-7D316863C5A7}" srcOrd="0" destOrd="0" presId="urn:microsoft.com/office/officeart/2005/8/layout/radial6"/>
    <dgm:cxn modelId="{A6AAC240-B98F-4DD5-9F62-5C8C567E7B1F}" type="presOf" srcId="{D55732E8-6AE4-440B-AD0E-88A7C502375D}" destId="{6FF617EA-5D21-4875-918D-4F82D847B2DA}" srcOrd="0" destOrd="0" presId="urn:microsoft.com/office/officeart/2005/8/layout/radial6"/>
    <dgm:cxn modelId="{BDC7F1AC-F86B-4EBC-BC90-A5FE97FE930F}" srcId="{D55732E8-6AE4-440B-AD0E-88A7C502375D}" destId="{8177D842-7F07-403C-B018-F39181A796FB}" srcOrd="0" destOrd="0" parTransId="{873F4477-6203-4F2E-A99E-6126EAA86C0C}" sibTransId="{B4CF8F91-156B-4844-BE19-9D3D8990837B}"/>
    <dgm:cxn modelId="{939D7274-C5B3-4E50-B6F8-D2B290DF429C}" type="presOf" srcId="{A87E5288-66C7-40E3-9E86-E19A832B3AE5}" destId="{92A8AD29-F8C3-4B2F-B255-B0C9618050D8}" srcOrd="0" destOrd="0" presId="urn:microsoft.com/office/officeart/2005/8/layout/radial6"/>
    <dgm:cxn modelId="{7629E3FD-7F14-4D33-8187-8ED33E155BBB}" type="presOf" srcId="{B0E289EB-E4EC-45FA-B6BE-D990C9B24A84}" destId="{ACBBB8E8-05DC-4EDC-AF5E-9D24D9468AD7}" srcOrd="0" destOrd="0" presId="urn:microsoft.com/office/officeart/2005/8/layout/radial6"/>
    <dgm:cxn modelId="{BA6FFD1D-73CE-4BBF-91A7-4EE4B6CFF318}" srcId="{D55732E8-6AE4-440B-AD0E-88A7C502375D}" destId="{A87E5288-66C7-40E3-9E86-E19A832B3AE5}" srcOrd="1" destOrd="0" parTransId="{BF6194D3-BAF9-4430-B3EB-AF4B547991FE}" sibTransId="{B0E289EB-E4EC-45FA-B6BE-D990C9B24A84}"/>
    <dgm:cxn modelId="{4189B723-ACB4-4B32-9FF6-41C7C7E276F6}" type="presOf" srcId="{5AC9855B-6BE2-4E6B-9F5C-8F23582CFDA9}" destId="{BDD065ED-FEDF-4B53-8097-3879E3956C85}" srcOrd="0" destOrd="0" presId="urn:microsoft.com/office/officeart/2005/8/layout/radial6"/>
    <dgm:cxn modelId="{501B4C66-72C1-4A90-8D0D-C73B22F571CD}" type="presOf" srcId="{E14C9CD2-39CB-42A2-8460-A9152E475D10}" destId="{B011ABB3-D602-47FA-8D4C-17522726A205}" srcOrd="0" destOrd="0" presId="urn:microsoft.com/office/officeart/2005/8/layout/radial6"/>
    <dgm:cxn modelId="{56736E5F-C4A2-442F-B357-3BCF4B9C2DE4}" type="presOf" srcId="{F72B024C-A831-4F96-A102-15512711D1A9}" destId="{B82B9FDB-7DB6-41F1-8F0B-E77EBE6C31B6}" srcOrd="0" destOrd="0" presId="urn:microsoft.com/office/officeart/2005/8/layout/radial6"/>
    <dgm:cxn modelId="{84D93B10-958C-489B-8F14-095408BC432A}" type="presParOf" srcId="{B011ABB3-D602-47FA-8D4C-17522726A205}" destId="{6FF617EA-5D21-4875-918D-4F82D847B2DA}" srcOrd="0" destOrd="0" presId="urn:microsoft.com/office/officeart/2005/8/layout/radial6"/>
    <dgm:cxn modelId="{5FB4E308-9B84-4B8B-96FC-D0E1F58DC4D9}" type="presParOf" srcId="{B011ABB3-D602-47FA-8D4C-17522726A205}" destId="{3960DD02-5870-4385-881F-7D316863C5A7}" srcOrd="1" destOrd="0" presId="urn:microsoft.com/office/officeart/2005/8/layout/radial6"/>
    <dgm:cxn modelId="{44A295A8-3112-4A76-AAD6-FD945AFC1589}" type="presParOf" srcId="{B011ABB3-D602-47FA-8D4C-17522726A205}" destId="{1DA8BC18-C906-4514-A51B-0EFA55564FF3}" srcOrd="2" destOrd="0" presId="urn:microsoft.com/office/officeart/2005/8/layout/radial6"/>
    <dgm:cxn modelId="{E34FB07F-409A-478D-913B-141BA166A4E6}" type="presParOf" srcId="{B011ABB3-D602-47FA-8D4C-17522726A205}" destId="{DFD9843B-D0D6-44AC-98F3-735F83797074}" srcOrd="3" destOrd="0" presId="urn:microsoft.com/office/officeart/2005/8/layout/radial6"/>
    <dgm:cxn modelId="{C1ABEEC7-3BD2-405F-8888-6BD7D894F1A1}" type="presParOf" srcId="{B011ABB3-D602-47FA-8D4C-17522726A205}" destId="{92A8AD29-F8C3-4B2F-B255-B0C9618050D8}" srcOrd="4" destOrd="0" presId="urn:microsoft.com/office/officeart/2005/8/layout/radial6"/>
    <dgm:cxn modelId="{1638C3CF-3D7C-4751-843E-5BC3973097A3}" type="presParOf" srcId="{B011ABB3-D602-47FA-8D4C-17522726A205}" destId="{ADA2E15E-F0D8-4E33-A444-46ECEEBC464C}" srcOrd="5" destOrd="0" presId="urn:microsoft.com/office/officeart/2005/8/layout/radial6"/>
    <dgm:cxn modelId="{1EB5214A-A788-480A-BF90-95BEC01AFA46}" type="presParOf" srcId="{B011ABB3-D602-47FA-8D4C-17522726A205}" destId="{ACBBB8E8-05DC-4EDC-AF5E-9D24D9468AD7}" srcOrd="6" destOrd="0" presId="urn:microsoft.com/office/officeart/2005/8/layout/radial6"/>
    <dgm:cxn modelId="{B59BC529-8BBA-4503-8ADB-3E15B8E9A94A}" type="presParOf" srcId="{B011ABB3-D602-47FA-8D4C-17522726A205}" destId="{B82B9FDB-7DB6-41F1-8F0B-E77EBE6C31B6}" srcOrd="7" destOrd="0" presId="urn:microsoft.com/office/officeart/2005/8/layout/radial6"/>
    <dgm:cxn modelId="{59CD8D21-9864-4C57-95CD-46CC64F8E80D}" type="presParOf" srcId="{B011ABB3-D602-47FA-8D4C-17522726A205}" destId="{C62A5484-56EF-4ED9-BFA3-0A38262AA4D8}" srcOrd="8" destOrd="0" presId="urn:microsoft.com/office/officeart/2005/8/layout/radial6"/>
    <dgm:cxn modelId="{18063FE9-3519-4A23-9A5C-A01E0B8B47E5}" type="presParOf" srcId="{B011ABB3-D602-47FA-8D4C-17522726A205}" destId="{BDD065ED-FEDF-4B53-8097-3879E3956C85}" srcOrd="9" destOrd="0" presId="urn:microsoft.com/office/officeart/2005/8/layout/radial6"/>
    <dgm:cxn modelId="{8814B47D-E9DA-44E2-AB52-CE9423C17C18}" type="presParOf" srcId="{B011ABB3-D602-47FA-8D4C-17522726A205}" destId="{C3405BE1-037C-406E-B7ED-A9D66038813C}" srcOrd="10" destOrd="0" presId="urn:microsoft.com/office/officeart/2005/8/layout/radial6"/>
    <dgm:cxn modelId="{4AC4B5B9-E778-43C6-9199-516863FB9E07}" type="presParOf" srcId="{B011ABB3-D602-47FA-8D4C-17522726A205}" destId="{F8FF6F74-E654-4219-A8F1-83E5FD71A399}" srcOrd="11" destOrd="0" presId="urn:microsoft.com/office/officeart/2005/8/layout/radial6"/>
    <dgm:cxn modelId="{5C1951FA-4C20-4C3E-B87A-B0F93068ACB0}" type="presParOf" srcId="{B011ABB3-D602-47FA-8D4C-17522726A205}" destId="{E5E7224C-7E6E-4B47-9485-82645920B160}" srcOrd="12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14C9CD2-39CB-42A2-8460-A9152E475D10}" type="doc">
      <dgm:prSet loTypeId="urn:microsoft.com/office/officeart/2005/8/layout/radial6" loCatId="cycle" qsTypeId="urn:microsoft.com/office/officeart/2005/8/quickstyle/simple3" qsCatId="simple" csTypeId="urn:microsoft.com/office/officeart/2005/8/colors/colorful1" csCatId="colorful" phldr="1"/>
      <dgm:spPr/>
      <dgm:t>
        <a:bodyPr/>
        <a:lstStyle/>
        <a:p>
          <a:endParaRPr lang="zh-TW" altLang="en-US"/>
        </a:p>
      </dgm:t>
    </dgm:pt>
    <dgm:pt modelId="{D55732E8-6AE4-440B-AD0E-88A7C502375D}">
      <dgm:prSet phldrT="[文字]" custT="1"/>
      <dgm:spPr/>
      <dgm:t>
        <a:bodyPr/>
        <a:lstStyle/>
        <a:p>
          <a:r>
            <a:rPr lang="zh-TW" altLang="en-US" sz="1600" b="1" dirty="0" smtClean="0"/>
            <a:t>開發</a:t>
          </a:r>
          <a:endParaRPr lang="en-US" altLang="zh-TW" sz="1600" b="1" dirty="0" smtClean="0"/>
        </a:p>
        <a:p>
          <a:r>
            <a:rPr lang="zh-TW" altLang="en-US" sz="1600" b="1" dirty="0" smtClean="0"/>
            <a:t>流程</a:t>
          </a:r>
          <a:endParaRPr lang="en-US" altLang="zh-TW" sz="1600" b="1" dirty="0" smtClean="0"/>
        </a:p>
      </dgm:t>
    </dgm:pt>
    <dgm:pt modelId="{CA0A5180-1B5D-4CAA-A540-8DA8960C72E2}" type="parTrans" cxnId="{C4A6F36E-1803-4DA6-B483-1C67CCC69416}">
      <dgm:prSet/>
      <dgm:spPr/>
      <dgm:t>
        <a:bodyPr/>
        <a:lstStyle/>
        <a:p>
          <a:endParaRPr lang="zh-TW" altLang="en-US"/>
        </a:p>
      </dgm:t>
    </dgm:pt>
    <dgm:pt modelId="{68460206-6D17-43E3-8112-E44AE17D4B9D}" type="sibTrans" cxnId="{C4A6F36E-1803-4DA6-B483-1C67CCC69416}">
      <dgm:prSet/>
      <dgm:spPr/>
      <dgm:t>
        <a:bodyPr/>
        <a:lstStyle/>
        <a:p>
          <a:endParaRPr lang="zh-TW" altLang="en-US"/>
        </a:p>
      </dgm:t>
    </dgm:pt>
    <dgm:pt modelId="{8177D842-7F07-403C-B018-F39181A796FB}">
      <dgm:prSet phldrT="[文字]"/>
      <dgm:spPr/>
      <dgm:t>
        <a:bodyPr/>
        <a:lstStyle/>
        <a:p>
          <a:r>
            <a:rPr lang="zh-TW" altLang="en-US" dirty="0" smtClean="0"/>
            <a:t>規劃</a:t>
          </a:r>
          <a:endParaRPr lang="en-US" altLang="zh-TW" dirty="0" smtClean="0"/>
        </a:p>
      </dgm:t>
    </dgm:pt>
    <dgm:pt modelId="{873F4477-6203-4F2E-A99E-6126EAA86C0C}" type="parTrans" cxnId="{BDC7F1AC-F86B-4EBC-BC90-A5FE97FE930F}">
      <dgm:prSet/>
      <dgm:spPr/>
      <dgm:t>
        <a:bodyPr/>
        <a:lstStyle/>
        <a:p>
          <a:endParaRPr lang="zh-TW" altLang="en-US"/>
        </a:p>
      </dgm:t>
    </dgm:pt>
    <dgm:pt modelId="{B4CF8F91-156B-4844-BE19-9D3D8990837B}" type="sibTrans" cxnId="{BDC7F1AC-F86B-4EBC-BC90-A5FE97FE930F}">
      <dgm:prSet/>
      <dgm:spPr/>
      <dgm:t>
        <a:bodyPr/>
        <a:lstStyle/>
        <a:p>
          <a:endParaRPr lang="zh-TW" altLang="en-US"/>
        </a:p>
      </dgm:t>
    </dgm:pt>
    <dgm:pt modelId="{F72B024C-A831-4F96-A102-15512711D1A9}">
      <dgm:prSet phldrT="[文字]"/>
      <dgm:spPr/>
      <dgm:t>
        <a:bodyPr/>
        <a:lstStyle/>
        <a:p>
          <a:r>
            <a:rPr lang="zh-TW" altLang="en-US" dirty="0" smtClean="0"/>
            <a:t>使用</a:t>
          </a:r>
          <a:endParaRPr lang="zh-TW" altLang="en-US" dirty="0"/>
        </a:p>
      </dgm:t>
    </dgm:pt>
    <dgm:pt modelId="{F85F965D-078B-4226-A033-826B2AD74BA0}" type="parTrans" cxnId="{41F850C6-B503-4B60-9872-CD60A4B41E1E}">
      <dgm:prSet/>
      <dgm:spPr/>
      <dgm:t>
        <a:bodyPr/>
        <a:lstStyle/>
        <a:p>
          <a:endParaRPr lang="zh-TW" altLang="en-US"/>
        </a:p>
      </dgm:t>
    </dgm:pt>
    <dgm:pt modelId="{5AC9855B-6BE2-4E6B-9F5C-8F23582CFDA9}" type="sibTrans" cxnId="{41F850C6-B503-4B60-9872-CD60A4B41E1E}">
      <dgm:prSet/>
      <dgm:spPr/>
      <dgm:t>
        <a:bodyPr/>
        <a:lstStyle/>
        <a:p>
          <a:endParaRPr lang="zh-TW" altLang="en-US"/>
        </a:p>
      </dgm:t>
    </dgm:pt>
    <dgm:pt modelId="{62F5E763-13F3-4BBD-BFA8-2B0087D7AD9C}">
      <dgm:prSet phldrT="[文字]"/>
      <dgm:spPr/>
      <dgm:t>
        <a:bodyPr/>
        <a:lstStyle/>
        <a:p>
          <a:r>
            <a:rPr lang="zh-TW" altLang="en-US" dirty="0" smtClean="0"/>
            <a:t>回饋</a:t>
          </a:r>
          <a:endParaRPr lang="zh-TW" altLang="en-US" dirty="0"/>
        </a:p>
      </dgm:t>
    </dgm:pt>
    <dgm:pt modelId="{7E2E62B2-18D9-47E8-B3DD-378AE1997C3A}" type="parTrans" cxnId="{86A6F624-FFA1-44DD-978B-DB49C124C727}">
      <dgm:prSet/>
      <dgm:spPr/>
      <dgm:t>
        <a:bodyPr/>
        <a:lstStyle/>
        <a:p>
          <a:endParaRPr lang="zh-TW" altLang="en-US"/>
        </a:p>
      </dgm:t>
    </dgm:pt>
    <dgm:pt modelId="{32FA07F7-78F6-4885-A8AA-95C5BE7CFA5C}" type="sibTrans" cxnId="{86A6F624-FFA1-44DD-978B-DB49C124C727}">
      <dgm:prSet/>
      <dgm:spPr/>
      <dgm:t>
        <a:bodyPr/>
        <a:lstStyle/>
        <a:p>
          <a:endParaRPr lang="zh-TW" altLang="en-US"/>
        </a:p>
      </dgm:t>
    </dgm:pt>
    <dgm:pt modelId="{A87E5288-66C7-40E3-9E86-E19A832B3AE5}">
      <dgm:prSet phldrT="[文字]"/>
      <dgm:spPr/>
      <dgm:t>
        <a:bodyPr/>
        <a:lstStyle/>
        <a:p>
          <a:r>
            <a:rPr lang="zh-TW" altLang="en-US" dirty="0" smtClean="0"/>
            <a:t>開發</a:t>
          </a:r>
          <a:endParaRPr lang="en-US" altLang="zh-TW" dirty="0" smtClean="0"/>
        </a:p>
      </dgm:t>
    </dgm:pt>
    <dgm:pt modelId="{BF6194D3-BAF9-4430-B3EB-AF4B547991FE}" type="parTrans" cxnId="{BA6FFD1D-73CE-4BBF-91A7-4EE4B6CFF318}">
      <dgm:prSet/>
      <dgm:spPr/>
      <dgm:t>
        <a:bodyPr/>
        <a:lstStyle/>
        <a:p>
          <a:endParaRPr lang="zh-TW" altLang="en-US"/>
        </a:p>
      </dgm:t>
    </dgm:pt>
    <dgm:pt modelId="{B0E289EB-E4EC-45FA-B6BE-D990C9B24A84}" type="sibTrans" cxnId="{BA6FFD1D-73CE-4BBF-91A7-4EE4B6CFF318}">
      <dgm:prSet/>
      <dgm:spPr/>
      <dgm:t>
        <a:bodyPr/>
        <a:lstStyle/>
        <a:p>
          <a:endParaRPr lang="zh-TW" altLang="en-US"/>
        </a:p>
      </dgm:t>
    </dgm:pt>
    <dgm:pt modelId="{B011ABB3-D602-47FA-8D4C-17522726A205}" type="pres">
      <dgm:prSet presAssocID="{E14C9CD2-39CB-42A2-8460-A9152E475D10}" presName="Name0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zh-TW" altLang="en-US"/>
        </a:p>
      </dgm:t>
    </dgm:pt>
    <dgm:pt modelId="{6FF617EA-5D21-4875-918D-4F82D847B2DA}" type="pres">
      <dgm:prSet presAssocID="{D55732E8-6AE4-440B-AD0E-88A7C502375D}" presName="centerShape" presStyleLbl="node0" presStyleIdx="0" presStyleCnt="1"/>
      <dgm:spPr/>
      <dgm:t>
        <a:bodyPr/>
        <a:lstStyle/>
        <a:p>
          <a:endParaRPr lang="zh-TW" altLang="en-US"/>
        </a:p>
      </dgm:t>
    </dgm:pt>
    <dgm:pt modelId="{3960DD02-5870-4385-881F-7D316863C5A7}" type="pres">
      <dgm:prSet presAssocID="{8177D842-7F07-403C-B018-F39181A796FB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1DA8BC18-C906-4514-A51B-0EFA55564FF3}" type="pres">
      <dgm:prSet presAssocID="{8177D842-7F07-403C-B018-F39181A796FB}" presName="dummy" presStyleCnt="0"/>
      <dgm:spPr/>
    </dgm:pt>
    <dgm:pt modelId="{DFD9843B-D0D6-44AC-98F3-735F83797074}" type="pres">
      <dgm:prSet presAssocID="{B4CF8F91-156B-4844-BE19-9D3D8990837B}" presName="sibTrans" presStyleLbl="sibTrans2D1" presStyleIdx="0" presStyleCnt="4"/>
      <dgm:spPr/>
      <dgm:t>
        <a:bodyPr/>
        <a:lstStyle/>
        <a:p>
          <a:endParaRPr lang="zh-TW" altLang="en-US"/>
        </a:p>
      </dgm:t>
    </dgm:pt>
    <dgm:pt modelId="{92A8AD29-F8C3-4B2F-B255-B0C9618050D8}" type="pres">
      <dgm:prSet presAssocID="{A87E5288-66C7-40E3-9E86-E19A832B3AE5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ADA2E15E-F0D8-4E33-A444-46ECEEBC464C}" type="pres">
      <dgm:prSet presAssocID="{A87E5288-66C7-40E3-9E86-E19A832B3AE5}" presName="dummy" presStyleCnt="0"/>
      <dgm:spPr/>
    </dgm:pt>
    <dgm:pt modelId="{ACBBB8E8-05DC-4EDC-AF5E-9D24D9468AD7}" type="pres">
      <dgm:prSet presAssocID="{B0E289EB-E4EC-45FA-B6BE-D990C9B24A84}" presName="sibTrans" presStyleLbl="sibTrans2D1" presStyleIdx="1" presStyleCnt="4"/>
      <dgm:spPr/>
      <dgm:t>
        <a:bodyPr/>
        <a:lstStyle/>
        <a:p>
          <a:endParaRPr lang="zh-TW" altLang="en-US"/>
        </a:p>
      </dgm:t>
    </dgm:pt>
    <dgm:pt modelId="{B82B9FDB-7DB6-41F1-8F0B-E77EBE6C31B6}" type="pres">
      <dgm:prSet presAssocID="{F72B024C-A831-4F96-A102-15512711D1A9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C62A5484-56EF-4ED9-BFA3-0A38262AA4D8}" type="pres">
      <dgm:prSet presAssocID="{F72B024C-A831-4F96-A102-15512711D1A9}" presName="dummy" presStyleCnt="0"/>
      <dgm:spPr/>
    </dgm:pt>
    <dgm:pt modelId="{BDD065ED-FEDF-4B53-8097-3879E3956C85}" type="pres">
      <dgm:prSet presAssocID="{5AC9855B-6BE2-4E6B-9F5C-8F23582CFDA9}" presName="sibTrans" presStyleLbl="sibTrans2D1" presStyleIdx="2" presStyleCnt="4"/>
      <dgm:spPr/>
      <dgm:t>
        <a:bodyPr/>
        <a:lstStyle/>
        <a:p>
          <a:endParaRPr lang="zh-TW" altLang="en-US"/>
        </a:p>
      </dgm:t>
    </dgm:pt>
    <dgm:pt modelId="{C3405BE1-037C-406E-B7ED-A9D66038813C}" type="pres">
      <dgm:prSet presAssocID="{62F5E763-13F3-4BBD-BFA8-2B0087D7AD9C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F8FF6F74-E654-4219-A8F1-83E5FD71A399}" type="pres">
      <dgm:prSet presAssocID="{62F5E763-13F3-4BBD-BFA8-2B0087D7AD9C}" presName="dummy" presStyleCnt="0"/>
      <dgm:spPr/>
    </dgm:pt>
    <dgm:pt modelId="{E5E7224C-7E6E-4B47-9485-82645920B160}" type="pres">
      <dgm:prSet presAssocID="{32FA07F7-78F6-4885-A8AA-95C5BE7CFA5C}" presName="sibTrans" presStyleLbl="sibTrans2D1" presStyleIdx="3" presStyleCnt="4"/>
      <dgm:spPr/>
      <dgm:t>
        <a:bodyPr/>
        <a:lstStyle/>
        <a:p>
          <a:endParaRPr lang="zh-TW" altLang="en-US"/>
        </a:p>
      </dgm:t>
    </dgm:pt>
  </dgm:ptLst>
  <dgm:cxnLst>
    <dgm:cxn modelId="{32E33A23-5024-4B82-B69F-663F9A6599AA}" type="presOf" srcId="{62F5E763-13F3-4BBD-BFA8-2B0087D7AD9C}" destId="{C3405BE1-037C-406E-B7ED-A9D66038813C}" srcOrd="0" destOrd="0" presId="urn:microsoft.com/office/officeart/2005/8/layout/radial6"/>
    <dgm:cxn modelId="{48AD611A-26B2-4C81-B732-8DAE962E45E8}" type="presOf" srcId="{B4CF8F91-156B-4844-BE19-9D3D8990837B}" destId="{DFD9843B-D0D6-44AC-98F3-735F83797074}" srcOrd="0" destOrd="0" presId="urn:microsoft.com/office/officeart/2005/8/layout/radial6"/>
    <dgm:cxn modelId="{5F96CCDF-77C1-40C2-A58E-0025E521BA6C}" type="presOf" srcId="{8177D842-7F07-403C-B018-F39181A796FB}" destId="{3960DD02-5870-4385-881F-7D316863C5A7}" srcOrd="0" destOrd="0" presId="urn:microsoft.com/office/officeart/2005/8/layout/radial6"/>
    <dgm:cxn modelId="{41F850C6-B503-4B60-9872-CD60A4B41E1E}" srcId="{D55732E8-6AE4-440B-AD0E-88A7C502375D}" destId="{F72B024C-A831-4F96-A102-15512711D1A9}" srcOrd="2" destOrd="0" parTransId="{F85F965D-078B-4226-A033-826B2AD74BA0}" sibTransId="{5AC9855B-6BE2-4E6B-9F5C-8F23582CFDA9}"/>
    <dgm:cxn modelId="{93206203-378F-48A5-A237-0B915CA8AD0F}" type="presOf" srcId="{5AC9855B-6BE2-4E6B-9F5C-8F23582CFDA9}" destId="{BDD065ED-FEDF-4B53-8097-3879E3956C85}" srcOrd="0" destOrd="0" presId="urn:microsoft.com/office/officeart/2005/8/layout/radial6"/>
    <dgm:cxn modelId="{7B4E07A9-818B-4DA1-9669-D33A0687AE14}" type="presOf" srcId="{A87E5288-66C7-40E3-9E86-E19A832B3AE5}" destId="{92A8AD29-F8C3-4B2F-B255-B0C9618050D8}" srcOrd="0" destOrd="0" presId="urn:microsoft.com/office/officeart/2005/8/layout/radial6"/>
    <dgm:cxn modelId="{86A6F624-FFA1-44DD-978B-DB49C124C727}" srcId="{D55732E8-6AE4-440B-AD0E-88A7C502375D}" destId="{62F5E763-13F3-4BBD-BFA8-2B0087D7AD9C}" srcOrd="3" destOrd="0" parTransId="{7E2E62B2-18D9-47E8-B3DD-378AE1997C3A}" sibTransId="{32FA07F7-78F6-4885-A8AA-95C5BE7CFA5C}"/>
    <dgm:cxn modelId="{DC98A756-370F-4DC0-BDD6-B6444A66276D}" type="presOf" srcId="{E14C9CD2-39CB-42A2-8460-A9152E475D10}" destId="{B011ABB3-D602-47FA-8D4C-17522726A205}" srcOrd="0" destOrd="0" presId="urn:microsoft.com/office/officeart/2005/8/layout/radial6"/>
    <dgm:cxn modelId="{C4A6F36E-1803-4DA6-B483-1C67CCC69416}" srcId="{E14C9CD2-39CB-42A2-8460-A9152E475D10}" destId="{D55732E8-6AE4-440B-AD0E-88A7C502375D}" srcOrd="0" destOrd="0" parTransId="{CA0A5180-1B5D-4CAA-A540-8DA8960C72E2}" sibTransId="{68460206-6D17-43E3-8112-E44AE17D4B9D}"/>
    <dgm:cxn modelId="{A0A73E59-8958-48E6-8BB6-F6087FF3C851}" type="presOf" srcId="{B0E289EB-E4EC-45FA-B6BE-D990C9B24A84}" destId="{ACBBB8E8-05DC-4EDC-AF5E-9D24D9468AD7}" srcOrd="0" destOrd="0" presId="urn:microsoft.com/office/officeart/2005/8/layout/radial6"/>
    <dgm:cxn modelId="{1562DC71-4231-485D-A265-35C5A03B25C1}" type="presOf" srcId="{F72B024C-A831-4F96-A102-15512711D1A9}" destId="{B82B9FDB-7DB6-41F1-8F0B-E77EBE6C31B6}" srcOrd="0" destOrd="0" presId="urn:microsoft.com/office/officeart/2005/8/layout/radial6"/>
    <dgm:cxn modelId="{A7EBF3CD-CBC5-438C-AC9A-1468EFCF7BCD}" type="presOf" srcId="{D55732E8-6AE4-440B-AD0E-88A7C502375D}" destId="{6FF617EA-5D21-4875-918D-4F82D847B2DA}" srcOrd="0" destOrd="0" presId="urn:microsoft.com/office/officeart/2005/8/layout/radial6"/>
    <dgm:cxn modelId="{BDC7F1AC-F86B-4EBC-BC90-A5FE97FE930F}" srcId="{D55732E8-6AE4-440B-AD0E-88A7C502375D}" destId="{8177D842-7F07-403C-B018-F39181A796FB}" srcOrd="0" destOrd="0" parTransId="{873F4477-6203-4F2E-A99E-6126EAA86C0C}" sibTransId="{B4CF8F91-156B-4844-BE19-9D3D8990837B}"/>
    <dgm:cxn modelId="{BA6FFD1D-73CE-4BBF-91A7-4EE4B6CFF318}" srcId="{D55732E8-6AE4-440B-AD0E-88A7C502375D}" destId="{A87E5288-66C7-40E3-9E86-E19A832B3AE5}" srcOrd="1" destOrd="0" parTransId="{BF6194D3-BAF9-4430-B3EB-AF4B547991FE}" sibTransId="{B0E289EB-E4EC-45FA-B6BE-D990C9B24A84}"/>
    <dgm:cxn modelId="{B0CC9E5E-8E50-4F9E-B7DE-749FD697138D}" type="presOf" srcId="{32FA07F7-78F6-4885-A8AA-95C5BE7CFA5C}" destId="{E5E7224C-7E6E-4B47-9485-82645920B160}" srcOrd="0" destOrd="0" presId="urn:microsoft.com/office/officeart/2005/8/layout/radial6"/>
    <dgm:cxn modelId="{443C2A0F-FA5C-4DC7-9BFE-2FE4B02BA604}" type="presParOf" srcId="{B011ABB3-D602-47FA-8D4C-17522726A205}" destId="{6FF617EA-5D21-4875-918D-4F82D847B2DA}" srcOrd="0" destOrd="0" presId="urn:microsoft.com/office/officeart/2005/8/layout/radial6"/>
    <dgm:cxn modelId="{B4C7AA68-2248-4AD9-89C1-A4793F2E7647}" type="presParOf" srcId="{B011ABB3-D602-47FA-8D4C-17522726A205}" destId="{3960DD02-5870-4385-881F-7D316863C5A7}" srcOrd="1" destOrd="0" presId="urn:microsoft.com/office/officeart/2005/8/layout/radial6"/>
    <dgm:cxn modelId="{5D3A1677-89BA-4AC1-880F-907850CA6904}" type="presParOf" srcId="{B011ABB3-D602-47FA-8D4C-17522726A205}" destId="{1DA8BC18-C906-4514-A51B-0EFA55564FF3}" srcOrd="2" destOrd="0" presId="urn:microsoft.com/office/officeart/2005/8/layout/radial6"/>
    <dgm:cxn modelId="{B2193AD9-7156-4F86-B7C8-4B6D8B757CF7}" type="presParOf" srcId="{B011ABB3-D602-47FA-8D4C-17522726A205}" destId="{DFD9843B-D0D6-44AC-98F3-735F83797074}" srcOrd="3" destOrd="0" presId="urn:microsoft.com/office/officeart/2005/8/layout/radial6"/>
    <dgm:cxn modelId="{21A9D3BA-B639-48FD-A3E0-B9B7CCB14A80}" type="presParOf" srcId="{B011ABB3-D602-47FA-8D4C-17522726A205}" destId="{92A8AD29-F8C3-4B2F-B255-B0C9618050D8}" srcOrd="4" destOrd="0" presId="urn:microsoft.com/office/officeart/2005/8/layout/radial6"/>
    <dgm:cxn modelId="{2BBC1372-DCAF-488C-83C4-ECC166A44ECA}" type="presParOf" srcId="{B011ABB3-D602-47FA-8D4C-17522726A205}" destId="{ADA2E15E-F0D8-4E33-A444-46ECEEBC464C}" srcOrd="5" destOrd="0" presId="urn:microsoft.com/office/officeart/2005/8/layout/radial6"/>
    <dgm:cxn modelId="{DDACB15A-1426-4125-90A2-B0765460183E}" type="presParOf" srcId="{B011ABB3-D602-47FA-8D4C-17522726A205}" destId="{ACBBB8E8-05DC-4EDC-AF5E-9D24D9468AD7}" srcOrd="6" destOrd="0" presId="urn:microsoft.com/office/officeart/2005/8/layout/radial6"/>
    <dgm:cxn modelId="{F831DEF8-401C-4CCD-88D1-F8AD2B05A541}" type="presParOf" srcId="{B011ABB3-D602-47FA-8D4C-17522726A205}" destId="{B82B9FDB-7DB6-41F1-8F0B-E77EBE6C31B6}" srcOrd="7" destOrd="0" presId="urn:microsoft.com/office/officeart/2005/8/layout/radial6"/>
    <dgm:cxn modelId="{1F05FAC5-6755-4819-89F0-C2A8E6597D40}" type="presParOf" srcId="{B011ABB3-D602-47FA-8D4C-17522726A205}" destId="{C62A5484-56EF-4ED9-BFA3-0A38262AA4D8}" srcOrd="8" destOrd="0" presId="urn:microsoft.com/office/officeart/2005/8/layout/radial6"/>
    <dgm:cxn modelId="{BB1BEE52-6149-4E0F-B04E-1064E9068FB6}" type="presParOf" srcId="{B011ABB3-D602-47FA-8D4C-17522726A205}" destId="{BDD065ED-FEDF-4B53-8097-3879E3956C85}" srcOrd="9" destOrd="0" presId="urn:microsoft.com/office/officeart/2005/8/layout/radial6"/>
    <dgm:cxn modelId="{14C79DDA-92AA-4B41-B100-FD6A0913346C}" type="presParOf" srcId="{B011ABB3-D602-47FA-8D4C-17522726A205}" destId="{C3405BE1-037C-406E-B7ED-A9D66038813C}" srcOrd="10" destOrd="0" presId="urn:microsoft.com/office/officeart/2005/8/layout/radial6"/>
    <dgm:cxn modelId="{50CDFC6E-9B7D-46C5-888B-98576664C744}" type="presParOf" srcId="{B011ABB3-D602-47FA-8D4C-17522726A205}" destId="{F8FF6F74-E654-4219-A8F1-83E5FD71A399}" srcOrd="11" destOrd="0" presId="urn:microsoft.com/office/officeart/2005/8/layout/radial6"/>
    <dgm:cxn modelId="{D6C38E18-4EAD-4586-AC37-895647A973E8}" type="presParOf" srcId="{B011ABB3-D602-47FA-8D4C-17522726A205}" destId="{E5E7224C-7E6E-4B47-9485-82645920B160}" srcOrd="12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14C9CD2-39CB-42A2-8460-A9152E475D10}" type="doc">
      <dgm:prSet loTypeId="urn:microsoft.com/office/officeart/2005/8/layout/radial6" loCatId="cycle" qsTypeId="urn:microsoft.com/office/officeart/2005/8/quickstyle/simple3" qsCatId="simple" csTypeId="urn:microsoft.com/office/officeart/2005/8/colors/colorful1" csCatId="colorful" phldr="1"/>
      <dgm:spPr/>
      <dgm:t>
        <a:bodyPr/>
        <a:lstStyle/>
        <a:p>
          <a:endParaRPr lang="zh-TW" altLang="en-US"/>
        </a:p>
      </dgm:t>
    </dgm:pt>
    <dgm:pt modelId="{D55732E8-6AE4-440B-AD0E-88A7C502375D}">
      <dgm:prSet phldrT="[文字]" custT="1"/>
      <dgm:spPr/>
      <dgm:t>
        <a:bodyPr/>
        <a:lstStyle/>
        <a:p>
          <a:r>
            <a:rPr lang="zh-TW" altLang="en-US" sz="1600" b="1" dirty="0" smtClean="0"/>
            <a:t>領域</a:t>
          </a:r>
          <a:endParaRPr lang="en-US" altLang="zh-TW" sz="1600" b="1" dirty="0" smtClean="0"/>
        </a:p>
        <a:p>
          <a:r>
            <a:rPr lang="zh-TW" altLang="en-US" sz="1600" b="1" dirty="0" smtClean="0"/>
            <a:t>知識</a:t>
          </a:r>
          <a:endParaRPr lang="en-US" altLang="zh-TW" sz="1600" b="1" dirty="0" smtClean="0"/>
        </a:p>
      </dgm:t>
    </dgm:pt>
    <dgm:pt modelId="{CA0A5180-1B5D-4CAA-A540-8DA8960C72E2}" type="parTrans" cxnId="{C4A6F36E-1803-4DA6-B483-1C67CCC69416}">
      <dgm:prSet/>
      <dgm:spPr/>
      <dgm:t>
        <a:bodyPr/>
        <a:lstStyle/>
        <a:p>
          <a:endParaRPr lang="zh-TW" altLang="en-US"/>
        </a:p>
      </dgm:t>
    </dgm:pt>
    <dgm:pt modelId="{68460206-6D17-43E3-8112-E44AE17D4B9D}" type="sibTrans" cxnId="{C4A6F36E-1803-4DA6-B483-1C67CCC69416}">
      <dgm:prSet/>
      <dgm:spPr/>
      <dgm:t>
        <a:bodyPr/>
        <a:lstStyle/>
        <a:p>
          <a:endParaRPr lang="zh-TW" altLang="en-US"/>
        </a:p>
      </dgm:t>
    </dgm:pt>
    <dgm:pt modelId="{8177D842-7F07-403C-B018-F39181A796FB}">
      <dgm:prSet phldrT="[文字]"/>
      <dgm:spPr/>
      <dgm:t>
        <a:bodyPr/>
        <a:lstStyle/>
        <a:p>
          <a:r>
            <a:rPr lang="zh-TW" altLang="en-US" dirty="0" smtClean="0"/>
            <a:t>規劃</a:t>
          </a:r>
          <a:endParaRPr lang="en-US" altLang="zh-TW" dirty="0" smtClean="0"/>
        </a:p>
      </dgm:t>
    </dgm:pt>
    <dgm:pt modelId="{873F4477-6203-4F2E-A99E-6126EAA86C0C}" type="parTrans" cxnId="{BDC7F1AC-F86B-4EBC-BC90-A5FE97FE930F}">
      <dgm:prSet/>
      <dgm:spPr/>
      <dgm:t>
        <a:bodyPr/>
        <a:lstStyle/>
        <a:p>
          <a:endParaRPr lang="zh-TW" altLang="en-US"/>
        </a:p>
      </dgm:t>
    </dgm:pt>
    <dgm:pt modelId="{B4CF8F91-156B-4844-BE19-9D3D8990837B}" type="sibTrans" cxnId="{BDC7F1AC-F86B-4EBC-BC90-A5FE97FE930F}">
      <dgm:prSet/>
      <dgm:spPr/>
      <dgm:t>
        <a:bodyPr/>
        <a:lstStyle/>
        <a:p>
          <a:endParaRPr lang="zh-TW" altLang="en-US"/>
        </a:p>
      </dgm:t>
    </dgm:pt>
    <dgm:pt modelId="{F72B024C-A831-4F96-A102-15512711D1A9}">
      <dgm:prSet phldrT="[文字]"/>
      <dgm:spPr/>
      <dgm:t>
        <a:bodyPr/>
        <a:lstStyle/>
        <a:p>
          <a:r>
            <a:rPr lang="zh-TW" altLang="en-US" dirty="0" smtClean="0"/>
            <a:t>使用</a:t>
          </a:r>
          <a:endParaRPr lang="zh-TW" altLang="en-US" dirty="0"/>
        </a:p>
      </dgm:t>
    </dgm:pt>
    <dgm:pt modelId="{F85F965D-078B-4226-A033-826B2AD74BA0}" type="parTrans" cxnId="{41F850C6-B503-4B60-9872-CD60A4B41E1E}">
      <dgm:prSet/>
      <dgm:spPr/>
      <dgm:t>
        <a:bodyPr/>
        <a:lstStyle/>
        <a:p>
          <a:endParaRPr lang="zh-TW" altLang="en-US"/>
        </a:p>
      </dgm:t>
    </dgm:pt>
    <dgm:pt modelId="{5AC9855B-6BE2-4E6B-9F5C-8F23582CFDA9}" type="sibTrans" cxnId="{41F850C6-B503-4B60-9872-CD60A4B41E1E}">
      <dgm:prSet/>
      <dgm:spPr/>
      <dgm:t>
        <a:bodyPr/>
        <a:lstStyle/>
        <a:p>
          <a:endParaRPr lang="zh-TW" altLang="en-US"/>
        </a:p>
      </dgm:t>
    </dgm:pt>
    <dgm:pt modelId="{62F5E763-13F3-4BBD-BFA8-2B0087D7AD9C}">
      <dgm:prSet phldrT="[文字]"/>
      <dgm:spPr/>
      <dgm:t>
        <a:bodyPr/>
        <a:lstStyle/>
        <a:p>
          <a:r>
            <a:rPr lang="zh-TW" altLang="en-US" dirty="0" smtClean="0"/>
            <a:t>回饋</a:t>
          </a:r>
          <a:endParaRPr lang="zh-TW" altLang="en-US" dirty="0"/>
        </a:p>
      </dgm:t>
    </dgm:pt>
    <dgm:pt modelId="{7E2E62B2-18D9-47E8-B3DD-378AE1997C3A}" type="parTrans" cxnId="{86A6F624-FFA1-44DD-978B-DB49C124C727}">
      <dgm:prSet/>
      <dgm:spPr/>
      <dgm:t>
        <a:bodyPr/>
        <a:lstStyle/>
        <a:p>
          <a:endParaRPr lang="zh-TW" altLang="en-US"/>
        </a:p>
      </dgm:t>
    </dgm:pt>
    <dgm:pt modelId="{32FA07F7-78F6-4885-A8AA-95C5BE7CFA5C}" type="sibTrans" cxnId="{86A6F624-FFA1-44DD-978B-DB49C124C727}">
      <dgm:prSet/>
      <dgm:spPr/>
      <dgm:t>
        <a:bodyPr/>
        <a:lstStyle/>
        <a:p>
          <a:endParaRPr lang="zh-TW" altLang="en-US"/>
        </a:p>
      </dgm:t>
    </dgm:pt>
    <dgm:pt modelId="{A87E5288-66C7-40E3-9E86-E19A832B3AE5}">
      <dgm:prSet phldrT="[文字]"/>
      <dgm:spPr/>
      <dgm:t>
        <a:bodyPr/>
        <a:lstStyle/>
        <a:p>
          <a:r>
            <a:rPr lang="zh-TW" altLang="en-US" dirty="0" smtClean="0"/>
            <a:t>開發</a:t>
          </a:r>
          <a:endParaRPr lang="en-US" altLang="zh-TW" dirty="0" smtClean="0"/>
        </a:p>
      </dgm:t>
    </dgm:pt>
    <dgm:pt modelId="{BF6194D3-BAF9-4430-B3EB-AF4B547991FE}" type="parTrans" cxnId="{BA6FFD1D-73CE-4BBF-91A7-4EE4B6CFF318}">
      <dgm:prSet/>
      <dgm:spPr/>
      <dgm:t>
        <a:bodyPr/>
        <a:lstStyle/>
        <a:p>
          <a:endParaRPr lang="zh-TW" altLang="en-US"/>
        </a:p>
      </dgm:t>
    </dgm:pt>
    <dgm:pt modelId="{B0E289EB-E4EC-45FA-B6BE-D990C9B24A84}" type="sibTrans" cxnId="{BA6FFD1D-73CE-4BBF-91A7-4EE4B6CFF318}">
      <dgm:prSet/>
      <dgm:spPr/>
      <dgm:t>
        <a:bodyPr/>
        <a:lstStyle/>
        <a:p>
          <a:endParaRPr lang="zh-TW" altLang="en-US"/>
        </a:p>
      </dgm:t>
    </dgm:pt>
    <dgm:pt modelId="{B011ABB3-D602-47FA-8D4C-17522726A205}" type="pres">
      <dgm:prSet presAssocID="{E14C9CD2-39CB-42A2-8460-A9152E475D10}" presName="Name0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zh-TW" altLang="en-US"/>
        </a:p>
      </dgm:t>
    </dgm:pt>
    <dgm:pt modelId="{6FF617EA-5D21-4875-918D-4F82D847B2DA}" type="pres">
      <dgm:prSet presAssocID="{D55732E8-6AE4-440B-AD0E-88A7C502375D}" presName="centerShape" presStyleLbl="node0" presStyleIdx="0" presStyleCnt="1"/>
      <dgm:spPr/>
      <dgm:t>
        <a:bodyPr/>
        <a:lstStyle/>
        <a:p>
          <a:endParaRPr lang="zh-TW" altLang="en-US"/>
        </a:p>
      </dgm:t>
    </dgm:pt>
    <dgm:pt modelId="{3960DD02-5870-4385-881F-7D316863C5A7}" type="pres">
      <dgm:prSet presAssocID="{8177D842-7F07-403C-B018-F39181A796FB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1DA8BC18-C906-4514-A51B-0EFA55564FF3}" type="pres">
      <dgm:prSet presAssocID="{8177D842-7F07-403C-B018-F39181A796FB}" presName="dummy" presStyleCnt="0"/>
      <dgm:spPr/>
    </dgm:pt>
    <dgm:pt modelId="{DFD9843B-D0D6-44AC-98F3-735F83797074}" type="pres">
      <dgm:prSet presAssocID="{B4CF8F91-156B-4844-BE19-9D3D8990837B}" presName="sibTrans" presStyleLbl="sibTrans2D1" presStyleIdx="0" presStyleCnt="4"/>
      <dgm:spPr/>
      <dgm:t>
        <a:bodyPr/>
        <a:lstStyle/>
        <a:p>
          <a:endParaRPr lang="zh-TW" altLang="en-US"/>
        </a:p>
      </dgm:t>
    </dgm:pt>
    <dgm:pt modelId="{92A8AD29-F8C3-4B2F-B255-B0C9618050D8}" type="pres">
      <dgm:prSet presAssocID="{A87E5288-66C7-40E3-9E86-E19A832B3AE5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ADA2E15E-F0D8-4E33-A444-46ECEEBC464C}" type="pres">
      <dgm:prSet presAssocID="{A87E5288-66C7-40E3-9E86-E19A832B3AE5}" presName="dummy" presStyleCnt="0"/>
      <dgm:spPr/>
    </dgm:pt>
    <dgm:pt modelId="{ACBBB8E8-05DC-4EDC-AF5E-9D24D9468AD7}" type="pres">
      <dgm:prSet presAssocID="{B0E289EB-E4EC-45FA-B6BE-D990C9B24A84}" presName="sibTrans" presStyleLbl="sibTrans2D1" presStyleIdx="1" presStyleCnt="4"/>
      <dgm:spPr/>
      <dgm:t>
        <a:bodyPr/>
        <a:lstStyle/>
        <a:p>
          <a:endParaRPr lang="zh-TW" altLang="en-US"/>
        </a:p>
      </dgm:t>
    </dgm:pt>
    <dgm:pt modelId="{B82B9FDB-7DB6-41F1-8F0B-E77EBE6C31B6}" type="pres">
      <dgm:prSet presAssocID="{F72B024C-A831-4F96-A102-15512711D1A9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C62A5484-56EF-4ED9-BFA3-0A38262AA4D8}" type="pres">
      <dgm:prSet presAssocID="{F72B024C-A831-4F96-A102-15512711D1A9}" presName="dummy" presStyleCnt="0"/>
      <dgm:spPr/>
    </dgm:pt>
    <dgm:pt modelId="{BDD065ED-FEDF-4B53-8097-3879E3956C85}" type="pres">
      <dgm:prSet presAssocID="{5AC9855B-6BE2-4E6B-9F5C-8F23582CFDA9}" presName="sibTrans" presStyleLbl="sibTrans2D1" presStyleIdx="2" presStyleCnt="4"/>
      <dgm:spPr/>
      <dgm:t>
        <a:bodyPr/>
        <a:lstStyle/>
        <a:p>
          <a:endParaRPr lang="zh-TW" altLang="en-US"/>
        </a:p>
      </dgm:t>
    </dgm:pt>
    <dgm:pt modelId="{C3405BE1-037C-406E-B7ED-A9D66038813C}" type="pres">
      <dgm:prSet presAssocID="{62F5E763-13F3-4BBD-BFA8-2B0087D7AD9C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F8FF6F74-E654-4219-A8F1-83E5FD71A399}" type="pres">
      <dgm:prSet presAssocID="{62F5E763-13F3-4BBD-BFA8-2B0087D7AD9C}" presName="dummy" presStyleCnt="0"/>
      <dgm:spPr/>
    </dgm:pt>
    <dgm:pt modelId="{E5E7224C-7E6E-4B47-9485-82645920B160}" type="pres">
      <dgm:prSet presAssocID="{32FA07F7-78F6-4885-A8AA-95C5BE7CFA5C}" presName="sibTrans" presStyleLbl="sibTrans2D1" presStyleIdx="3" presStyleCnt="4"/>
      <dgm:spPr/>
      <dgm:t>
        <a:bodyPr/>
        <a:lstStyle/>
        <a:p>
          <a:endParaRPr lang="zh-TW" altLang="en-US"/>
        </a:p>
      </dgm:t>
    </dgm:pt>
  </dgm:ptLst>
  <dgm:cxnLst>
    <dgm:cxn modelId="{57C5239A-737F-4FAB-B15B-51279A357339}" type="presOf" srcId="{62F5E763-13F3-4BBD-BFA8-2B0087D7AD9C}" destId="{C3405BE1-037C-406E-B7ED-A9D66038813C}" srcOrd="0" destOrd="0" presId="urn:microsoft.com/office/officeart/2005/8/layout/radial6"/>
    <dgm:cxn modelId="{2241E2A7-00B4-43E9-9883-2499DAD6B7C3}" type="presOf" srcId="{B0E289EB-E4EC-45FA-B6BE-D990C9B24A84}" destId="{ACBBB8E8-05DC-4EDC-AF5E-9D24D9468AD7}" srcOrd="0" destOrd="0" presId="urn:microsoft.com/office/officeart/2005/8/layout/radial6"/>
    <dgm:cxn modelId="{18C3E1FE-784B-425A-9694-2C8D899F171A}" type="presOf" srcId="{D55732E8-6AE4-440B-AD0E-88A7C502375D}" destId="{6FF617EA-5D21-4875-918D-4F82D847B2DA}" srcOrd="0" destOrd="0" presId="urn:microsoft.com/office/officeart/2005/8/layout/radial6"/>
    <dgm:cxn modelId="{BDC7F1AC-F86B-4EBC-BC90-A5FE97FE930F}" srcId="{D55732E8-6AE4-440B-AD0E-88A7C502375D}" destId="{8177D842-7F07-403C-B018-F39181A796FB}" srcOrd="0" destOrd="0" parTransId="{873F4477-6203-4F2E-A99E-6126EAA86C0C}" sibTransId="{B4CF8F91-156B-4844-BE19-9D3D8990837B}"/>
    <dgm:cxn modelId="{C4A6F36E-1803-4DA6-B483-1C67CCC69416}" srcId="{E14C9CD2-39CB-42A2-8460-A9152E475D10}" destId="{D55732E8-6AE4-440B-AD0E-88A7C502375D}" srcOrd="0" destOrd="0" parTransId="{CA0A5180-1B5D-4CAA-A540-8DA8960C72E2}" sibTransId="{68460206-6D17-43E3-8112-E44AE17D4B9D}"/>
    <dgm:cxn modelId="{346F1F85-5B81-4BEC-ACC5-AD2E08248687}" type="presOf" srcId="{8177D842-7F07-403C-B018-F39181A796FB}" destId="{3960DD02-5870-4385-881F-7D316863C5A7}" srcOrd="0" destOrd="0" presId="urn:microsoft.com/office/officeart/2005/8/layout/radial6"/>
    <dgm:cxn modelId="{A541D5A6-30BE-4EEB-B545-5C29D2010AB3}" type="presOf" srcId="{B4CF8F91-156B-4844-BE19-9D3D8990837B}" destId="{DFD9843B-D0D6-44AC-98F3-735F83797074}" srcOrd="0" destOrd="0" presId="urn:microsoft.com/office/officeart/2005/8/layout/radial6"/>
    <dgm:cxn modelId="{2D7573B9-2B83-487E-A1F6-537F160535FD}" type="presOf" srcId="{5AC9855B-6BE2-4E6B-9F5C-8F23582CFDA9}" destId="{BDD065ED-FEDF-4B53-8097-3879E3956C85}" srcOrd="0" destOrd="0" presId="urn:microsoft.com/office/officeart/2005/8/layout/radial6"/>
    <dgm:cxn modelId="{BA6FFD1D-73CE-4BBF-91A7-4EE4B6CFF318}" srcId="{D55732E8-6AE4-440B-AD0E-88A7C502375D}" destId="{A87E5288-66C7-40E3-9E86-E19A832B3AE5}" srcOrd="1" destOrd="0" parTransId="{BF6194D3-BAF9-4430-B3EB-AF4B547991FE}" sibTransId="{B0E289EB-E4EC-45FA-B6BE-D990C9B24A84}"/>
    <dgm:cxn modelId="{39EAD008-DE80-4262-BCF4-819D9BA6B177}" type="presOf" srcId="{E14C9CD2-39CB-42A2-8460-A9152E475D10}" destId="{B011ABB3-D602-47FA-8D4C-17522726A205}" srcOrd="0" destOrd="0" presId="urn:microsoft.com/office/officeart/2005/8/layout/radial6"/>
    <dgm:cxn modelId="{58BBCE8C-46CE-4D17-A72E-0D2942BCE302}" type="presOf" srcId="{F72B024C-A831-4F96-A102-15512711D1A9}" destId="{B82B9FDB-7DB6-41F1-8F0B-E77EBE6C31B6}" srcOrd="0" destOrd="0" presId="urn:microsoft.com/office/officeart/2005/8/layout/radial6"/>
    <dgm:cxn modelId="{CE966D87-51FB-4CBE-AA6D-5FF27513CFD8}" type="presOf" srcId="{32FA07F7-78F6-4885-A8AA-95C5BE7CFA5C}" destId="{E5E7224C-7E6E-4B47-9485-82645920B160}" srcOrd="0" destOrd="0" presId="urn:microsoft.com/office/officeart/2005/8/layout/radial6"/>
    <dgm:cxn modelId="{EF403A2D-BD8A-43CA-8EA4-5BE10D9D0F7A}" type="presOf" srcId="{A87E5288-66C7-40E3-9E86-E19A832B3AE5}" destId="{92A8AD29-F8C3-4B2F-B255-B0C9618050D8}" srcOrd="0" destOrd="0" presId="urn:microsoft.com/office/officeart/2005/8/layout/radial6"/>
    <dgm:cxn modelId="{41F850C6-B503-4B60-9872-CD60A4B41E1E}" srcId="{D55732E8-6AE4-440B-AD0E-88A7C502375D}" destId="{F72B024C-A831-4F96-A102-15512711D1A9}" srcOrd="2" destOrd="0" parTransId="{F85F965D-078B-4226-A033-826B2AD74BA0}" sibTransId="{5AC9855B-6BE2-4E6B-9F5C-8F23582CFDA9}"/>
    <dgm:cxn modelId="{86A6F624-FFA1-44DD-978B-DB49C124C727}" srcId="{D55732E8-6AE4-440B-AD0E-88A7C502375D}" destId="{62F5E763-13F3-4BBD-BFA8-2B0087D7AD9C}" srcOrd="3" destOrd="0" parTransId="{7E2E62B2-18D9-47E8-B3DD-378AE1997C3A}" sibTransId="{32FA07F7-78F6-4885-A8AA-95C5BE7CFA5C}"/>
    <dgm:cxn modelId="{9C079183-E162-4241-901C-ABE9DF9113E0}" type="presParOf" srcId="{B011ABB3-D602-47FA-8D4C-17522726A205}" destId="{6FF617EA-5D21-4875-918D-4F82D847B2DA}" srcOrd="0" destOrd="0" presId="urn:microsoft.com/office/officeart/2005/8/layout/radial6"/>
    <dgm:cxn modelId="{352EBBD8-D245-4915-BE6D-4BCE6DF856B1}" type="presParOf" srcId="{B011ABB3-D602-47FA-8D4C-17522726A205}" destId="{3960DD02-5870-4385-881F-7D316863C5A7}" srcOrd="1" destOrd="0" presId="urn:microsoft.com/office/officeart/2005/8/layout/radial6"/>
    <dgm:cxn modelId="{76E5D461-597F-49B6-8250-098B1757692F}" type="presParOf" srcId="{B011ABB3-D602-47FA-8D4C-17522726A205}" destId="{1DA8BC18-C906-4514-A51B-0EFA55564FF3}" srcOrd="2" destOrd="0" presId="urn:microsoft.com/office/officeart/2005/8/layout/radial6"/>
    <dgm:cxn modelId="{28513C3C-5867-446F-B648-205A34C1CB4F}" type="presParOf" srcId="{B011ABB3-D602-47FA-8D4C-17522726A205}" destId="{DFD9843B-D0D6-44AC-98F3-735F83797074}" srcOrd="3" destOrd="0" presId="urn:microsoft.com/office/officeart/2005/8/layout/radial6"/>
    <dgm:cxn modelId="{46AE42F1-9BD7-461E-8552-AF59A4B119F5}" type="presParOf" srcId="{B011ABB3-D602-47FA-8D4C-17522726A205}" destId="{92A8AD29-F8C3-4B2F-B255-B0C9618050D8}" srcOrd="4" destOrd="0" presId="urn:microsoft.com/office/officeart/2005/8/layout/radial6"/>
    <dgm:cxn modelId="{59AD1E07-BC9B-4BC5-8658-BDE62EB34373}" type="presParOf" srcId="{B011ABB3-D602-47FA-8D4C-17522726A205}" destId="{ADA2E15E-F0D8-4E33-A444-46ECEEBC464C}" srcOrd="5" destOrd="0" presId="urn:microsoft.com/office/officeart/2005/8/layout/radial6"/>
    <dgm:cxn modelId="{EA0AA84C-0B28-47D7-8929-648E60F3F1E0}" type="presParOf" srcId="{B011ABB3-D602-47FA-8D4C-17522726A205}" destId="{ACBBB8E8-05DC-4EDC-AF5E-9D24D9468AD7}" srcOrd="6" destOrd="0" presId="urn:microsoft.com/office/officeart/2005/8/layout/radial6"/>
    <dgm:cxn modelId="{675A19D6-DDD2-42D9-B916-D9BD79286BF7}" type="presParOf" srcId="{B011ABB3-D602-47FA-8D4C-17522726A205}" destId="{B82B9FDB-7DB6-41F1-8F0B-E77EBE6C31B6}" srcOrd="7" destOrd="0" presId="urn:microsoft.com/office/officeart/2005/8/layout/radial6"/>
    <dgm:cxn modelId="{657DF8E4-5B32-440C-84A8-DEA8CF5D007F}" type="presParOf" srcId="{B011ABB3-D602-47FA-8D4C-17522726A205}" destId="{C62A5484-56EF-4ED9-BFA3-0A38262AA4D8}" srcOrd="8" destOrd="0" presId="urn:microsoft.com/office/officeart/2005/8/layout/radial6"/>
    <dgm:cxn modelId="{428F7601-775A-496E-8EDB-B68293B2E66D}" type="presParOf" srcId="{B011ABB3-D602-47FA-8D4C-17522726A205}" destId="{BDD065ED-FEDF-4B53-8097-3879E3956C85}" srcOrd="9" destOrd="0" presId="urn:microsoft.com/office/officeart/2005/8/layout/radial6"/>
    <dgm:cxn modelId="{94665700-AA72-4DAB-A478-2C332FDBCEB4}" type="presParOf" srcId="{B011ABB3-D602-47FA-8D4C-17522726A205}" destId="{C3405BE1-037C-406E-B7ED-A9D66038813C}" srcOrd="10" destOrd="0" presId="urn:microsoft.com/office/officeart/2005/8/layout/radial6"/>
    <dgm:cxn modelId="{A00A477D-08CD-4A8F-B838-B8DF276046D6}" type="presParOf" srcId="{B011ABB3-D602-47FA-8D4C-17522726A205}" destId="{F8FF6F74-E654-4219-A8F1-83E5FD71A399}" srcOrd="11" destOrd="0" presId="urn:microsoft.com/office/officeart/2005/8/layout/radial6"/>
    <dgm:cxn modelId="{FFB2AE3D-6A7C-4C2E-B518-CB5B12CD69AC}" type="presParOf" srcId="{B011ABB3-D602-47FA-8D4C-17522726A205}" destId="{E5E7224C-7E6E-4B47-9485-82645920B160}" srcOrd="12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4151C56-24A8-4E0B-A6DE-CFEFE8D7374C}" type="doc">
      <dgm:prSet loTypeId="urn:microsoft.com/office/officeart/2009/3/layout/RandomtoResultProcess#1" loCatId="process" qsTypeId="urn:microsoft.com/office/officeart/2005/8/quickstyle/simple3#1" qsCatId="simple" csTypeId="urn:microsoft.com/office/officeart/2005/8/colors/colorful2#1" csCatId="colorful" phldr="1"/>
      <dgm:spPr/>
      <dgm:t>
        <a:bodyPr/>
        <a:lstStyle/>
        <a:p>
          <a:endParaRPr lang="zh-TW" altLang="en-US"/>
        </a:p>
      </dgm:t>
    </dgm:pt>
    <dgm:pt modelId="{88453046-2C32-4EF7-A02E-2F29759370B2}">
      <dgm:prSet phldrT="[文字]"/>
      <dgm:spPr/>
      <dgm:t>
        <a:bodyPr/>
        <a:lstStyle/>
        <a:p>
          <a:r>
            <a:rPr lang="zh-TW" altLang="en-US" dirty="0"/>
            <a:t>需求</a:t>
          </a:r>
          <a:r>
            <a:rPr lang="en-US" altLang="zh-TW" dirty="0"/>
            <a:t>+</a:t>
          </a:r>
          <a:r>
            <a:rPr lang="zh-TW" altLang="en-US" dirty="0"/>
            <a:t>問題</a:t>
          </a:r>
        </a:p>
      </dgm:t>
    </dgm:pt>
    <dgm:pt modelId="{177DAE0D-D541-4C5F-AC95-01D0E525732D}" type="parTrans" cxnId="{64DE6A44-23FB-4F93-AAD0-3A687EA1914A}">
      <dgm:prSet/>
      <dgm:spPr/>
      <dgm:t>
        <a:bodyPr/>
        <a:lstStyle/>
        <a:p>
          <a:endParaRPr lang="zh-TW" altLang="en-US"/>
        </a:p>
      </dgm:t>
    </dgm:pt>
    <dgm:pt modelId="{9C3A47D8-C329-4FEC-ACD8-BA632F985759}" type="sibTrans" cxnId="{64DE6A44-23FB-4F93-AAD0-3A687EA1914A}">
      <dgm:prSet/>
      <dgm:spPr/>
      <dgm:t>
        <a:bodyPr/>
        <a:lstStyle/>
        <a:p>
          <a:endParaRPr lang="zh-TW" altLang="en-US"/>
        </a:p>
      </dgm:t>
    </dgm:pt>
    <dgm:pt modelId="{19A50530-1342-4A39-B0CA-4BBF0D854286}">
      <dgm:prSet phldrT="[文字]"/>
      <dgm:spPr/>
      <dgm:t>
        <a:bodyPr/>
        <a:lstStyle/>
        <a:p>
          <a:r>
            <a:rPr lang="zh-TW" altLang="en-US" dirty="0"/>
            <a:t>解決方案</a:t>
          </a:r>
        </a:p>
      </dgm:t>
    </dgm:pt>
    <dgm:pt modelId="{4852EC8F-1FDE-4B7E-819B-20E29ADFFF4D}" type="parTrans" cxnId="{B1197694-C25F-42B6-837E-7FF993E74F17}">
      <dgm:prSet/>
      <dgm:spPr/>
      <dgm:t>
        <a:bodyPr/>
        <a:lstStyle/>
        <a:p>
          <a:endParaRPr lang="zh-TW" altLang="en-US"/>
        </a:p>
      </dgm:t>
    </dgm:pt>
    <dgm:pt modelId="{CA21137C-0577-4F9D-8A7A-99EE1794E6C5}" type="sibTrans" cxnId="{B1197694-C25F-42B6-837E-7FF993E74F17}">
      <dgm:prSet/>
      <dgm:spPr/>
      <dgm:t>
        <a:bodyPr/>
        <a:lstStyle/>
        <a:p>
          <a:endParaRPr lang="zh-TW" altLang="en-US"/>
        </a:p>
      </dgm:t>
    </dgm:pt>
    <dgm:pt modelId="{103C512E-7CC7-4B29-8735-ACAA0B02BDE3}" type="pres">
      <dgm:prSet presAssocID="{84151C56-24A8-4E0B-A6DE-CFEFE8D7374C}" presName="Name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zh-TW" altLang="en-US"/>
        </a:p>
      </dgm:t>
    </dgm:pt>
    <dgm:pt modelId="{922B1878-0F31-4497-B40F-5C6BEE5B33A3}" type="pres">
      <dgm:prSet presAssocID="{88453046-2C32-4EF7-A02E-2F29759370B2}" presName="chaos" presStyleCnt="0"/>
      <dgm:spPr/>
    </dgm:pt>
    <dgm:pt modelId="{3712DB5F-711F-4D51-840B-9786243BDF32}" type="pres">
      <dgm:prSet presAssocID="{88453046-2C32-4EF7-A02E-2F29759370B2}" presName="parTx1" presStyleLbl="revTx" presStyleIdx="0" presStyleCnt="1" custLinFactNeighborY="15654"/>
      <dgm:spPr/>
      <dgm:t>
        <a:bodyPr/>
        <a:lstStyle/>
        <a:p>
          <a:endParaRPr lang="zh-TW" altLang="en-US"/>
        </a:p>
      </dgm:t>
    </dgm:pt>
    <dgm:pt modelId="{31A2BBD4-40D8-4792-80A2-CAD27FF57540}" type="pres">
      <dgm:prSet presAssocID="{88453046-2C32-4EF7-A02E-2F29759370B2}" presName="c1" presStyleLbl="node1" presStyleIdx="0" presStyleCnt="19"/>
      <dgm:spPr/>
    </dgm:pt>
    <dgm:pt modelId="{75F30AD1-9C29-48B0-8E6F-A32CA793F548}" type="pres">
      <dgm:prSet presAssocID="{88453046-2C32-4EF7-A02E-2F29759370B2}" presName="c2" presStyleLbl="node1" presStyleIdx="1" presStyleCnt="19"/>
      <dgm:spPr/>
    </dgm:pt>
    <dgm:pt modelId="{C75ACE6C-8E2E-4E1A-AF95-889739211ED4}" type="pres">
      <dgm:prSet presAssocID="{88453046-2C32-4EF7-A02E-2F29759370B2}" presName="c3" presStyleLbl="node1" presStyleIdx="2" presStyleCnt="19"/>
      <dgm:spPr/>
    </dgm:pt>
    <dgm:pt modelId="{B663AC44-87D0-438C-B06E-52F95201C3C1}" type="pres">
      <dgm:prSet presAssocID="{88453046-2C32-4EF7-A02E-2F29759370B2}" presName="c4" presStyleLbl="node1" presStyleIdx="3" presStyleCnt="19"/>
      <dgm:spPr/>
    </dgm:pt>
    <dgm:pt modelId="{F9DD71AB-311B-4730-98E6-186ACA0CECDA}" type="pres">
      <dgm:prSet presAssocID="{88453046-2C32-4EF7-A02E-2F29759370B2}" presName="c5" presStyleLbl="node1" presStyleIdx="4" presStyleCnt="19"/>
      <dgm:spPr/>
    </dgm:pt>
    <dgm:pt modelId="{50E89776-98E5-4267-AAD5-7484ABE657E9}" type="pres">
      <dgm:prSet presAssocID="{88453046-2C32-4EF7-A02E-2F29759370B2}" presName="c6" presStyleLbl="node1" presStyleIdx="5" presStyleCnt="19"/>
      <dgm:spPr/>
    </dgm:pt>
    <dgm:pt modelId="{D73FD32F-7937-417C-8135-95D78B46813C}" type="pres">
      <dgm:prSet presAssocID="{88453046-2C32-4EF7-A02E-2F29759370B2}" presName="c7" presStyleLbl="node1" presStyleIdx="6" presStyleCnt="19"/>
      <dgm:spPr/>
    </dgm:pt>
    <dgm:pt modelId="{D92E9DB8-3E3B-4E52-BCEC-85B6A7CA27AF}" type="pres">
      <dgm:prSet presAssocID="{88453046-2C32-4EF7-A02E-2F29759370B2}" presName="c8" presStyleLbl="node1" presStyleIdx="7" presStyleCnt="19"/>
      <dgm:spPr/>
    </dgm:pt>
    <dgm:pt modelId="{37A8658F-055F-4AE8-B60D-167F137422B6}" type="pres">
      <dgm:prSet presAssocID="{88453046-2C32-4EF7-A02E-2F29759370B2}" presName="c9" presStyleLbl="node1" presStyleIdx="8" presStyleCnt="19"/>
      <dgm:spPr/>
    </dgm:pt>
    <dgm:pt modelId="{5AA1BD9C-870A-4BB9-9BD7-EFC3FBFBC3E1}" type="pres">
      <dgm:prSet presAssocID="{88453046-2C32-4EF7-A02E-2F29759370B2}" presName="c10" presStyleLbl="node1" presStyleIdx="9" presStyleCnt="19"/>
      <dgm:spPr/>
    </dgm:pt>
    <dgm:pt modelId="{3BDFBBE7-4820-47DB-97AE-D6430B9A53D2}" type="pres">
      <dgm:prSet presAssocID="{88453046-2C32-4EF7-A02E-2F29759370B2}" presName="c11" presStyleLbl="node1" presStyleIdx="10" presStyleCnt="19" custLinFactNeighborY="75206"/>
      <dgm:spPr/>
    </dgm:pt>
    <dgm:pt modelId="{CD758FFB-4231-48A7-908A-0BE1FF7DC95A}" type="pres">
      <dgm:prSet presAssocID="{88453046-2C32-4EF7-A02E-2F29759370B2}" presName="c12" presStyleLbl="node1" presStyleIdx="11" presStyleCnt="19" custLinFactNeighborY="47859"/>
      <dgm:spPr/>
    </dgm:pt>
    <dgm:pt modelId="{48DD0378-0876-4255-A8CC-4CED111FEACA}" type="pres">
      <dgm:prSet presAssocID="{88453046-2C32-4EF7-A02E-2F29759370B2}" presName="c13" presStyleLbl="node1" presStyleIdx="12" presStyleCnt="19" custLinFactNeighborY="32903"/>
      <dgm:spPr/>
    </dgm:pt>
    <dgm:pt modelId="{9060ABC2-EA67-4975-A3C6-9755EFB29B21}" type="pres">
      <dgm:prSet presAssocID="{88453046-2C32-4EF7-A02E-2F29759370B2}" presName="c14" presStyleLbl="node1" presStyleIdx="13" presStyleCnt="19" custLinFactNeighborY="75206"/>
      <dgm:spPr/>
    </dgm:pt>
    <dgm:pt modelId="{5F3C0CB0-8C93-4BB7-A861-117DA4D527BE}" type="pres">
      <dgm:prSet presAssocID="{88453046-2C32-4EF7-A02E-2F29759370B2}" presName="c15" presStyleLbl="node1" presStyleIdx="14" presStyleCnt="19" custLinFactNeighborY="47859"/>
      <dgm:spPr/>
    </dgm:pt>
    <dgm:pt modelId="{AAEBD695-FE88-425B-95E9-1CD65382F995}" type="pres">
      <dgm:prSet presAssocID="{88453046-2C32-4EF7-A02E-2F29759370B2}" presName="c16" presStyleLbl="node1" presStyleIdx="15" presStyleCnt="19" custLinFactNeighborY="75206"/>
      <dgm:spPr/>
    </dgm:pt>
    <dgm:pt modelId="{A0BFA961-3A8A-4E70-BEBA-D9CCA4287519}" type="pres">
      <dgm:prSet presAssocID="{88453046-2C32-4EF7-A02E-2F29759370B2}" presName="c17" presStyleLbl="node1" presStyleIdx="16" presStyleCnt="19" custLinFactNeighborY="32903"/>
      <dgm:spPr/>
    </dgm:pt>
    <dgm:pt modelId="{FC2AA528-FD92-4CA7-87AF-B4787B7768A2}" type="pres">
      <dgm:prSet presAssocID="{88453046-2C32-4EF7-A02E-2F29759370B2}" presName="c18" presStyleLbl="node1" presStyleIdx="17" presStyleCnt="19" custLinFactNeighborY="47859"/>
      <dgm:spPr/>
    </dgm:pt>
    <dgm:pt modelId="{9349B7D2-EE4D-4807-9C56-8ECB7D44AC6B}" type="pres">
      <dgm:prSet presAssocID="{9C3A47D8-C329-4FEC-ACD8-BA632F985759}" presName="chevronComposite1" presStyleCnt="0"/>
      <dgm:spPr/>
    </dgm:pt>
    <dgm:pt modelId="{F1AE39CB-3CE1-466B-B6B2-D849D1836F78}" type="pres">
      <dgm:prSet presAssocID="{9C3A47D8-C329-4FEC-ACD8-BA632F985759}" presName="chevron1" presStyleLbl="sibTrans2D1" presStyleIdx="0" presStyleCnt="2"/>
      <dgm:spPr/>
    </dgm:pt>
    <dgm:pt modelId="{6E69ED8A-F506-461A-95CE-EE46DF1E4C14}" type="pres">
      <dgm:prSet presAssocID="{9C3A47D8-C329-4FEC-ACD8-BA632F985759}" presName="spChevron1" presStyleCnt="0"/>
      <dgm:spPr/>
    </dgm:pt>
    <dgm:pt modelId="{4026B66F-0E4C-4901-AF8D-3BD6A5231023}" type="pres">
      <dgm:prSet presAssocID="{9C3A47D8-C329-4FEC-ACD8-BA632F985759}" presName="overlap" presStyleCnt="0"/>
      <dgm:spPr/>
    </dgm:pt>
    <dgm:pt modelId="{3912AFBE-579B-48DA-93FD-E943A3266C8C}" type="pres">
      <dgm:prSet presAssocID="{9C3A47D8-C329-4FEC-ACD8-BA632F985759}" presName="chevronComposite2" presStyleCnt="0"/>
      <dgm:spPr/>
    </dgm:pt>
    <dgm:pt modelId="{EAF84659-F27F-4051-88F4-ABE1A79F89A1}" type="pres">
      <dgm:prSet presAssocID="{9C3A47D8-C329-4FEC-ACD8-BA632F985759}" presName="chevron2" presStyleLbl="sibTrans2D1" presStyleIdx="1" presStyleCnt="2"/>
      <dgm:spPr/>
    </dgm:pt>
    <dgm:pt modelId="{B12F82B1-AF8F-43F3-BC4D-734E8A6CF01C}" type="pres">
      <dgm:prSet presAssocID="{9C3A47D8-C329-4FEC-ACD8-BA632F985759}" presName="spChevron2" presStyleCnt="0"/>
      <dgm:spPr/>
    </dgm:pt>
    <dgm:pt modelId="{6EB9C165-4541-4817-884F-DAB3A09D2BF7}" type="pres">
      <dgm:prSet presAssocID="{19A50530-1342-4A39-B0CA-4BBF0D854286}" presName="last" presStyleCnt="0"/>
      <dgm:spPr/>
    </dgm:pt>
    <dgm:pt modelId="{54696C20-B849-410D-B40A-737ED9B13A72}" type="pres">
      <dgm:prSet presAssocID="{19A50530-1342-4A39-B0CA-4BBF0D854286}" presName="circleTx" presStyleLbl="node1" presStyleIdx="18" presStyleCnt="19" custScaleX="127996" custScaleY="127866" custLinFactNeighborX="3025"/>
      <dgm:spPr/>
      <dgm:t>
        <a:bodyPr/>
        <a:lstStyle/>
        <a:p>
          <a:endParaRPr lang="zh-TW" altLang="en-US"/>
        </a:p>
      </dgm:t>
    </dgm:pt>
    <dgm:pt modelId="{479A5C42-EDC7-4081-BFF0-D71877126233}" type="pres">
      <dgm:prSet presAssocID="{19A50530-1342-4A39-B0CA-4BBF0D854286}" presName="spN" presStyleCnt="0"/>
      <dgm:spPr/>
    </dgm:pt>
  </dgm:ptLst>
  <dgm:cxnLst>
    <dgm:cxn modelId="{B1197694-C25F-42B6-837E-7FF993E74F17}" srcId="{84151C56-24A8-4E0B-A6DE-CFEFE8D7374C}" destId="{19A50530-1342-4A39-B0CA-4BBF0D854286}" srcOrd="1" destOrd="0" parTransId="{4852EC8F-1FDE-4B7E-819B-20E29ADFFF4D}" sibTransId="{CA21137C-0577-4F9D-8A7A-99EE1794E6C5}"/>
    <dgm:cxn modelId="{2E8C0914-F38A-4782-AD52-67CFD884A131}" type="presOf" srcId="{19A50530-1342-4A39-B0CA-4BBF0D854286}" destId="{54696C20-B849-410D-B40A-737ED9B13A72}" srcOrd="0" destOrd="0" presId="urn:microsoft.com/office/officeart/2009/3/layout/RandomtoResultProcess#1"/>
    <dgm:cxn modelId="{1CBE13D8-F6A5-4677-B625-75E098872425}" type="presOf" srcId="{84151C56-24A8-4E0B-A6DE-CFEFE8D7374C}" destId="{103C512E-7CC7-4B29-8735-ACAA0B02BDE3}" srcOrd="0" destOrd="0" presId="urn:microsoft.com/office/officeart/2009/3/layout/RandomtoResultProcess#1"/>
    <dgm:cxn modelId="{FF8163F3-6A3C-4EE3-9ACB-0FDFC1A81254}" type="presOf" srcId="{88453046-2C32-4EF7-A02E-2F29759370B2}" destId="{3712DB5F-711F-4D51-840B-9786243BDF32}" srcOrd="0" destOrd="0" presId="urn:microsoft.com/office/officeart/2009/3/layout/RandomtoResultProcess#1"/>
    <dgm:cxn modelId="{64DE6A44-23FB-4F93-AAD0-3A687EA1914A}" srcId="{84151C56-24A8-4E0B-A6DE-CFEFE8D7374C}" destId="{88453046-2C32-4EF7-A02E-2F29759370B2}" srcOrd="0" destOrd="0" parTransId="{177DAE0D-D541-4C5F-AC95-01D0E525732D}" sibTransId="{9C3A47D8-C329-4FEC-ACD8-BA632F985759}"/>
    <dgm:cxn modelId="{9E84B303-EB09-4D77-B858-5A0DBC93EBF0}" type="presParOf" srcId="{103C512E-7CC7-4B29-8735-ACAA0B02BDE3}" destId="{922B1878-0F31-4497-B40F-5C6BEE5B33A3}" srcOrd="0" destOrd="0" presId="urn:microsoft.com/office/officeart/2009/3/layout/RandomtoResultProcess#1"/>
    <dgm:cxn modelId="{23D65B36-7CB0-414B-B519-43C5AA622D99}" type="presParOf" srcId="{922B1878-0F31-4497-B40F-5C6BEE5B33A3}" destId="{3712DB5F-711F-4D51-840B-9786243BDF32}" srcOrd="0" destOrd="0" presId="urn:microsoft.com/office/officeart/2009/3/layout/RandomtoResultProcess#1"/>
    <dgm:cxn modelId="{2B3E85AA-9CDC-4D2C-9E07-4E1BFA82463E}" type="presParOf" srcId="{922B1878-0F31-4497-B40F-5C6BEE5B33A3}" destId="{31A2BBD4-40D8-4792-80A2-CAD27FF57540}" srcOrd="1" destOrd="0" presId="urn:microsoft.com/office/officeart/2009/3/layout/RandomtoResultProcess#1"/>
    <dgm:cxn modelId="{4C6FB64B-300B-413E-B0CE-F8D1CAE443AE}" type="presParOf" srcId="{922B1878-0F31-4497-B40F-5C6BEE5B33A3}" destId="{75F30AD1-9C29-48B0-8E6F-A32CA793F548}" srcOrd="2" destOrd="0" presId="urn:microsoft.com/office/officeart/2009/3/layout/RandomtoResultProcess#1"/>
    <dgm:cxn modelId="{3E6F37C7-38A7-448D-8E39-1D16C2769341}" type="presParOf" srcId="{922B1878-0F31-4497-B40F-5C6BEE5B33A3}" destId="{C75ACE6C-8E2E-4E1A-AF95-889739211ED4}" srcOrd="3" destOrd="0" presId="urn:microsoft.com/office/officeart/2009/3/layout/RandomtoResultProcess#1"/>
    <dgm:cxn modelId="{8F3C9250-2C52-4A12-B384-B3D63088CFA3}" type="presParOf" srcId="{922B1878-0F31-4497-B40F-5C6BEE5B33A3}" destId="{B663AC44-87D0-438C-B06E-52F95201C3C1}" srcOrd="4" destOrd="0" presId="urn:microsoft.com/office/officeart/2009/3/layout/RandomtoResultProcess#1"/>
    <dgm:cxn modelId="{215ED702-47E7-4DBA-86E5-2AD33C5B9D16}" type="presParOf" srcId="{922B1878-0F31-4497-B40F-5C6BEE5B33A3}" destId="{F9DD71AB-311B-4730-98E6-186ACA0CECDA}" srcOrd="5" destOrd="0" presId="urn:microsoft.com/office/officeart/2009/3/layout/RandomtoResultProcess#1"/>
    <dgm:cxn modelId="{6CD4188E-B512-486F-AB46-F076AFAFCC92}" type="presParOf" srcId="{922B1878-0F31-4497-B40F-5C6BEE5B33A3}" destId="{50E89776-98E5-4267-AAD5-7484ABE657E9}" srcOrd="6" destOrd="0" presId="urn:microsoft.com/office/officeart/2009/3/layout/RandomtoResultProcess#1"/>
    <dgm:cxn modelId="{1759FC5D-1F92-4343-82DE-04DEF38CFD96}" type="presParOf" srcId="{922B1878-0F31-4497-B40F-5C6BEE5B33A3}" destId="{D73FD32F-7937-417C-8135-95D78B46813C}" srcOrd="7" destOrd="0" presId="urn:microsoft.com/office/officeart/2009/3/layout/RandomtoResultProcess#1"/>
    <dgm:cxn modelId="{21E901BA-D82E-47E7-BF53-4C3038459BB6}" type="presParOf" srcId="{922B1878-0F31-4497-B40F-5C6BEE5B33A3}" destId="{D92E9DB8-3E3B-4E52-BCEC-85B6A7CA27AF}" srcOrd="8" destOrd="0" presId="urn:microsoft.com/office/officeart/2009/3/layout/RandomtoResultProcess#1"/>
    <dgm:cxn modelId="{4383D9E1-604D-4E9A-8CD4-1C2DF5B49BBB}" type="presParOf" srcId="{922B1878-0F31-4497-B40F-5C6BEE5B33A3}" destId="{37A8658F-055F-4AE8-B60D-167F137422B6}" srcOrd="9" destOrd="0" presId="urn:microsoft.com/office/officeart/2009/3/layout/RandomtoResultProcess#1"/>
    <dgm:cxn modelId="{27E0A43C-4575-4B22-BB09-D401511242D2}" type="presParOf" srcId="{922B1878-0F31-4497-B40F-5C6BEE5B33A3}" destId="{5AA1BD9C-870A-4BB9-9BD7-EFC3FBFBC3E1}" srcOrd="10" destOrd="0" presId="urn:microsoft.com/office/officeart/2009/3/layout/RandomtoResultProcess#1"/>
    <dgm:cxn modelId="{6028E66A-1302-496D-B861-7B4F8964008A}" type="presParOf" srcId="{922B1878-0F31-4497-B40F-5C6BEE5B33A3}" destId="{3BDFBBE7-4820-47DB-97AE-D6430B9A53D2}" srcOrd="11" destOrd="0" presId="urn:microsoft.com/office/officeart/2009/3/layout/RandomtoResultProcess#1"/>
    <dgm:cxn modelId="{3FD440D4-84B6-4788-887A-126DB7EEBF55}" type="presParOf" srcId="{922B1878-0F31-4497-B40F-5C6BEE5B33A3}" destId="{CD758FFB-4231-48A7-908A-0BE1FF7DC95A}" srcOrd="12" destOrd="0" presId="urn:microsoft.com/office/officeart/2009/3/layout/RandomtoResultProcess#1"/>
    <dgm:cxn modelId="{5D5B2F43-B62E-4811-9B35-DC1376A5834B}" type="presParOf" srcId="{922B1878-0F31-4497-B40F-5C6BEE5B33A3}" destId="{48DD0378-0876-4255-A8CC-4CED111FEACA}" srcOrd="13" destOrd="0" presId="urn:microsoft.com/office/officeart/2009/3/layout/RandomtoResultProcess#1"/>
    <dgm:cxn modelId="{C7EC1452-6B65-4BD5-9B65-3BE4D490A4BB}" type="presParOf" srcId="{922B1878-0F31-4497-B40F-5C6BEE5B33A3}" destId="{9060ABC2-EA67-4975-A3C6-9755EFB29B21}" srcOrd="14" destOrd="0" presId="urn:microsoft.com/office/officeart/2009/3/layout/RandomtoResultProcess#1"/>
    <dgm:cxn modelId="{16564322-836E-4DDB-9713-0D9A8CCFDDCC}" type="presParOf" srcId="{922B1878-0F31-4497-B40F-5C6BEE5B33A3}" destId="{5F3C0CB0-8C93-4BB7-A861-117DA4D527BE}" srcOrd="15" destOrd="0" presId="urn:microsoft.com/office/officeart/2009/3/layout/RandomtoResultProcess#1"/>
    <dgm:cxn modelId="{72AB1977-9EA4-4E49-AAFC-7D613CE8E73D}" type="presParOf" srcId="{922B1878-0F31-4497-B40F-5C6BEE5B33A3}" destId="{AAEBD695-FE88-425B-95E9-1CD65382F995}" srcOrd="16" destOrd="0" presId="urn:microsoft.com/office/officeart/2009/3/layout/RandomtoResultProcess#1"/>
    <dgm:cxn modelId="{5A816FB8-1259-4D20-8D29-564C8E3EC730}" type="presParOf" srcId="{922B1878-0F31-4497-B40F-5C6BEE5B33A3}" destId="{A0BFA961-3A8A-4E70-BEBA-D9CCA4287519}" srcOrd="17" destOrd="0" presId="urn:microsoft.com/office/officeart/2009/3/layout/RandomtoResultProcess#1"/>
    <dgm:cxn modelId="{36F2D535-5E2B-46C1-8F76-784A3A9C511B}" type="presParOf" srcId="{922B1878-0F31-4497-B40F-5C6BEE5B33A3}" destId="{FC2AA528-FD92-4CA7-87AF-B4787B7768A2}" srcOrd="18" destOrd="0" presId="urn:microsoft.com/office/officeart/2009/3/layout/RandomtoResultProcess#1"/>
    <dgm:cxn modelId="{408BF8EB-5EEF-4752-A411-1AB85B1A6AE1}" type="presParOf" srcId="{103C512E-7CC7-4B29-8735-ACAA0B02BDE3}" destId="{9349B7D2-EE4D-4807-9C56-8ECB7D44AC6B}" srcOrd="1" destOrd="0" presId="urn:microsoft.com/office/officeart/2009/3/layout/RandomtoResultProcess#1"/>
    <dgm:cxn modelId="{A30E198F-8508-4A40-8A11-05FC9EA0D8DE}" type="presParOf" srcId="{9349B7D2-EE4D-4807-9C56-8ECB7D44AC6B}" destId="{F1AE39CB-3CE1-466B-B6B2-D849D1836F78}" srcOrd="0" destOrd="0" presId="urn:microsoft.com/office/officeart/2009/3/layout/RandomtoResultProcess#1"/>
    <dgm:cxn modelId="{AFC4112C-A334-4D96-9EE7-89FB8FD2CA07}" type="presParOf" srcId="{9349B7D2-EE4D-4807-9C56-8ECB7D44AC6B}" destId="{6E69ED8A-F506-461A-95CE-EE46DF1E4C14}" srcOrd="1" destOrd="0" presId="urn:microsoft.com/office/officeart/2009/3/layout/RandomtoResultProcess#1"/>
    <dgm:cxn modelId="{D2664295-FFEE-4FDB-82E7-B0112FA829E0}" type="presParOf" srcId="{103C512E-7CC7-4B29-8735-ACAA0B02BDE3}" destId="{4026B66F-0E4C-4901-AF8D-3BD6A5231023}" srcOrd="2" destOrd="0" presId="urn:microsoft.com/office/officeart/2009/3/layout/RandomtoResultProcess#1"/>
    <dgm:cxn modelId="{A5BCA5AD-C31B-4E3B-8013-C9D7B6F5A2E3}" type="presParOf" srcId="{103C512E-7CC7-4B29-8735-ACAA0B02BDE3}" destId="{3912AFBE-579B-48DA-93FD-E943A3266C8C}" srcOrd="3" destOrd="0" presId="urn:microsoft.com/office/officeart/2009/3/layout/RandomtoResultProcess#1"/>
    <dgm:cxn modelId="{01622B37-EE66-45C4-AC13-E018A3732B65}" type="presParOf" srcId="{3912AFBE-579B-48DA-93FD-E943A3266C8C}" destId="{EAF84659-F27F-4051-88F4-ABE1A79F89A1}" srcOrd="0" destOrd="0" presId="urn:microsoft.com/office/officeart/2009/3/layout/RandomtoResultProcess#1"/>
    <dgm:cxn modelId="{B4681DA3-B686-4FBD-A7F7-2BBEE4E542B6}" type="presParOf" srcId="{3912AFBE-579B-48DA-93FD-E943A3266C8C}" destId="{B12F82B1-AF8F-43F3-BC4D-734E8A6CF01C}" srcOrd="1" destOrd="0" presId="urn:microsoft.com/office/officeart/2009/3/layout/RandomtoResultProcess#1"/>
    <dgm:cxn modelId="{5C87D39D-A92F-4996-BF49-96774E8B0175}" type="presParOf" srcId="{103C512E-7CC7-4B29-8735-ACAA0B02BDE3}" destId="{6EB9C165-4541-4817-884F-DAB3A09D2BF7}" srcOrd="4" destOrd="0" presId="urn:microsoft.com/office/officeart/2009/3/layout/RandomtoResultProcess#1"/>
    <dgm:cxn modelId="{272B6515-E8B9-4152-86EB-0EE3347BA752}" type="presParOf" srcId="{6EB9C165-4541-4817-884F-DAB3A09D2BF7}" destId="{54696C20-B849-410D-B40A-737ED9B13A72}" srcOrd="0" destOrd="0" presId="urn:microsoft.com/office/officeart/2009/3/layout/RandomtoResultProcess#1"/>
    <dgm:cxn modelId="{34DD2767-C58A-4A75-8741-631A75EEDAF3}" type="presParOf" srcId="{6EB9C165-4541-4817-884F-DAB3A09D2BF7}" destId="{479A5C42-EDC7-4081-BFF0-D71877126233}" srcOrd="1" destOrd="0" presId="urn:microsoft.com/office/officeart/2009/3/layout/RandomtoResultProcess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94B375-4979-46DA-9CA0-A516EA108DA0}">
      <dsp:nvSpPr>
        <dsp:cNvPr id="0" name=""/>
        <dsp:cNvSpPr/>
      </dsp:nvSpPr>
      <dsp:spPr>
        <a:xfrm>
          <a:off x="4225" y="706249"/>
          <a:ext cx="2459473" cy="983789"/>
        </a:xfrm>
        <a:prstGeom prst="chevron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accent5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4013" tIns="34671" rIns="34671" bIns="34671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2600" kern="1200" dirty="0" smtClean="0"/>
            <a:t>需求分析</a:t>
          </a:r>
          <a:endParaRPr lang="zh-TW" altLang="en-US" sz="2600" kern="1200" dirty="0"/>
        </a:p>
      </dsp:txBody>
      <dsp:txXfrm>
        <a:off x="496120" y="706249"/>
        <a:ext cx="1475684" cy="983789"/>
      </dsp:txXfrm>
    </dsp:sp>
    <dsp:sp modelId="{681F957B-6379-4037-A8D5-77FF4ECF6AFB}">
      <dsp:nvSpPr>
        <dsp:cNvPr id="0" name=""/>
        <dsp:cNvSpPr/>
      </dsp:nvSpPr>
      <dsp:spPr>
        <a:xfrm>
          <a:off x="2217751" y="706249"/>
          <a:ext cx="2459473" cy="983789"/>
        </a:xfrm>
        <a:prstGeom prst="chevron">
          <a:avLst/>
        </a:prstGeom>
        <a:gradFill rotWithShape="0">
          <a:gsLst>
            <a:gs pos="0">
              <a:schemeClr val="accent5">
                <a:hueOff val="2239519"/>
                <a:satOff val="3160"/>
                <a:lumOff val="-392"/>
                <a:alphaOff val="0"/>
                <a:tint val="62000"/>
                <a:satMod val="180000"/>
              </a:schemeClr>
            </a:gs>
            <a:gs pos="65000">
              <a:schemeClr val="accent5">
                <a:hueOff val="2239519"/>
                <a:satOff val="3160"/>
                <a:lumOff val="-392"/>
                <a:alphaOff val="0"/>
                <a:tint val="32000"/>
                <a:satMod val="250000"/>
              </a:schemeClr>
            </a:gs>
            <a:gs pos="100000">
              <a:schemeClr val="accent5">
                <a:hueOff val="2239519"/>
                <a:satOff val="3160"/>
                <a:lumOff val="-392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4013" tIns="34671" rIns="34671" bIns="34671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2600" kern="1200" dirty="0" smtClean="0"/>
            <a:t>系統分析</a:t>
          </a:r>
          <a:endParaRPr lang="zh-TW" altLang="en-US" sz="2600" kern="1200" dirty="0"/>
        </a:p>
      </dsp:txBody>
      <dsp:txXfrm>
        <a:off x="2709646" y="706249"/>
        <a:ext cx="1475684" cy="983789"/>
      </dsp:txXfrm>
    </dsp:sp>
    <dsp:sp modelId="{9778DAA8-FCCB-4E30-971F-890BE1793261}">
      <dsp:nvSpPr>
        <dsp:cNvPr id="0" name=""/>
        <dsp:cNvSpPr/>
      </dsp:nvSpPr>
      <dsp:spPr>
        <a:xfrm>
          <a:off x="4431278" y="706249"/>
          <a:ext cx="2459473" cy="983789"/>
        </a:xfrm>
        <a:prstGeom prst="chevron">
          <a:avLst/>
        </a:prstGeom>
        <a:gradFill rotWithShape="0">
          <a:gsLst>
            <a:gs pos="0">
              <a:schemeClr val="accent5">
                <a:hueOff val="4479037"/>
                <a:satOff val="6319"/>
                <a:lumOff val="-784"/>
                <a:alphaOff val="0"/>
                <a:tint val="62000"/>
                <a:satMod val="180000"/>
              </a:schemeClr>
            </a:gs>
            <a:gs pos="65000">
              <a:schemeClr val="accent5">
                <a:hueOff val="4479037"/>
                <a:satOff val="6319"/>
                <a:lumOff val="-784"/>
                <a:alphaOff val="0"/>
                <a:tint val="32000"/>
                <a:satMod val="250000"/>
              </a:schemeClr>
            </a:gs>
            <a:gs pos="100000">
              <a:schemeClr val="accent5">
                <a:hueOff val="4479037"/>
                <a:satOff val="6319"/>
                <a:lumOff val="-784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4013" tIns="34671" rIns="34671" bIns="34671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2600" kern="1200" dirty="0" smtClean="0"/>
            <a:t>系統設計</a:t>
          </a:r>
          <a:endParaRPr lang="zh-TW" altLang="en-US" sz="2600" kern="1200" dirty="0"/>
        </a:p>
      </dsp:txBody>
      <dsp:txXfrm>
        <a:off x="4923173" y="706249"/>
        <a:ext cx="1475684" cy="983789"/>
      </dsp:txXfrm>
    </dsp:sp>
    <dsp:sp modelId="{D42BF5DC-6861-4A34-9C0A-4EC4B6C15B29}">
      <dsp:nvSpPr>
        <dsp:cNvPr id="0" name=""/>
        <dsp:cNvSpPr/>
      </dsp:nvSpPr>
      <dsp:spPr>
        <a:xfrm>
          <a:off x="6644804" y="706249"/>
          <a:ext cx="2459473" cy="983789"/>
        </a:xfrm>
        <a:prstGeom prst="chevron">
          <a:avLst/>
        </a:prstGeom>
        <a:gradFill rotWithShape="0">
          <a:gsLst>
            <a:gs pos="0">
              <a:schemeClr val="accent5">
                <a:hueOff val="6718555"/>
                <a:satOff val="9479"/>
                <a:lumOff val="-1176"/>
                <a:alphaOff val="0"/>
                <a:tint val="62000"/>
                <a:satMod val="180000"/>
              </a:schemeClr>
            </a:gs>
            <a:gs pos="65000">
              <a:schemeClr val="accent5">
                <a:hueOff val="6718555"/>
                <a:satOff val="9479"/>
                <a:lumOff val="-1176"/>
                <a:alphaOff val="0"/>
                <a:tint val="32000"/>
                <a:satMod val="250000"/>
              </a:schemeClr>
            </a:gs>
            <a:gs pos="100000">
              <a:schemeClr val="accent5">
                <a:hueOff val="6718555"/>
                <a:satOff val="9479"/>
                <a:lumOff val="-1176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4013" tIns="34671" rIns="34671" bIns="34671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2600" kern="1200" dirty="0" smtClean="0"/>
            <a:t>系統實作</a:t>
          </a:r>
          <a:endParaRPr lang="zh-TW" altLang="en-US" sz="2600" kern="1200" dirty="0"/>
        </a:p>
      </dsp:txBody>
      <dsp:txXfrm>
        <a:off x="7136699" y="706249"/>
        <a:ext cx="1475684" cy="98378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94B375-4979-46DA-9CA0-A516EA108DA0}">
      <dsp:nvSpPr>
        <dsp:cNvPr id="0" name=""/>
        <dsp:cNvSpPr/>
      </dsp:nvSpPr>
      <dsp:spPr>
        <a:xfrm>
          <a:off x="4225" y="706249"/>
          <a:ext cx="2459473" cy="983789"/>
        </a:xfrm>
        <a:prstGeom prst="chevron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accent5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4013" tIns="34671" rIns="34671" bIns="34671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2600" kern="1200" dirty="0" smtClean="0"/>
            <a:t>需求分析</a:t>
          </a:r>
          <a:endParaRPr lang="zh-TW" altLang="en-US" sz="2600" kern="1200" dirty="0"/>
        </a:p>
      </dsp:txBody>
      <dsp:txXfrm>
        <a:off x="496120" y="706249"/>
        <a:ext cx="1475684" cy="983789"/>
      </dsp:txXfrm>
    </dsp:sp>
    <dsp:sp modelId="{681F957B-6379-4037-A8D5-77FF4ECF6AFB}">
      <dsp:nvSpPr>
        <dsp:cNvPr id="0" name=""/>
        <dsp:cNvSpPr/>
      </dsp:nvSpPr>
      <dsp:spPr>
        <a:xfrm>
          <a:off x="2217751" y="706249"/>
          <a:ext cx="2459473" cy="983789"/>
        </a:xfrm>
        <a:prstGeom prst="chevron">
          <a:avLst/>
        </a:prstGeom>
        <a:gradFill rotWithShape="0">
          <a:gsLst>
            <a:gs pos="0">
              <a:schemeClr val="accent5">
                <a:hueOff val="2239519"/>
                <a:satOff val="3160"/>
                <a:lumOff val="-392"/>
                <a:alphaOff val="0"/>
                <a:tint val="62000"/>
                <a:satMod val="180000"/>
              </a:schemeClr>
            </a:gs>
            <a:gs pos="65000">
              <a:schemeClr val="accent5">
                <a:hueOff val="2239519"/>
                <a:satOff val="3160"/>
                <a:lumOff val="-392"/>
                <a:alphaOff val="0"/>
                <a:tint val="32000"/>
                <a:satMod val="250000"/>
              </a:schemeClr>
            </a:gs>
            <a:gs pos="100000">
              <a:schemeClr val="accent5">
                <a:hueOff val="2239519"/>
                <a:satOff val="3160"/>
                <a:lumOff val="-392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4013" tIns="34671" rIns="34671" bIns="34671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2600" kern="1200" dirty="0" smtClean="0"/>
            <a:t>系統分析</a:t>
          </a:r>
          <a:endParaRPr lang="zh-TW" altLang="en-US" sz="2600" kern="1200" dirty="0"/>
        </a:p>
      </dsp:txBody>
      <dsp:txXfrm>
        <a:off x="2709646" y="706249"/>
        <a:ext cx="1475684" cy="983789"/>
      </dsp:txXfrm>
    </dsp:sp>
    <dsp:sp modelId="{9778DAA8-FCCB-4E30-971F-890BE1793261}">
      <dsp:nvSpPr>
        <dsp:cNvPr id="0" name=""/>
        <dsp:cNvSpPr/>
      </dsp:nvSpPr>
      <dsp:spPr>
        <a:xfrm>
          <a:off x="4431278" y="706249"/>
          <a:ext cx="2459473" cy="983789"/>
        </a:xfrm>
        <a:prstGeom prst="chevron">
          <a:avLst/>
        </a:prstGeom>
        <a:gradFill rotWithShape="0">
          <a:gsLst>
            <a:gs pos="0">
              <a:schemeClr val="accent5">
                <a:hueOff val="4479037"/>
                <a:satOff val="6319"/>
                <a:lumOff val="-784"/>
                <a:alphaOff val="0"/>
                <a:tint val="62000"/>
                <a:satMod val="180000"/>
              </a:schemeClr>
            </a:gs>
            <a:gs pos="65000">
              <a:schemeClr val="accent5">
                <a:hueOff val="4479037"/>
                <a:satOff val="6319"/>
                <a:lumOff val="-784"/>
                <a:alphaOff val="0"/>
                <a:tint val="32000"/>
                <a:satMod val="250000"/>
              </a:schemeClr>
            </a:gs>
            <a:gs pos="100000">
              <a:schemeClr val="accent5">
                <a:hueOff val="4479037"/>
                <a:satOff val="6319"/>
                <a:lumOff val="-784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4013" tIns="34671" rIns="34671" bIns="34671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2600" kern="1200" dirty="0" smtClean="0"/>
            <a:t>系統設計</a:t>
          </a:r>
          <a:endParaRPr lang="zh-TW" altLang="en-US" sz="2600" kern="1200" dirty="0"/>
        </a:p>
      </dsp:txBody>
      <dsp:txXfrm>
        <a:off x="4923173" y="706249"/>
        <a:ext cx="1475684" cy="983789"/>
      </dsp:txXfrm>
    </dsp:sp>
    <dsp:sp modelId="{D42BF5DC-6861-4A34-9C0A-4EC4B6C15B29}">
      <dsp:nvSpPr>
        <dsp:cNvPr id="0" name=""/>
        <dsp:cNvSpPr/>
      </dsp:nvSpPr>
      <dsp:spPr>
        <a:xfrm>
          <a:off x="6644804" y="706249"/>
          <a:ext cx="2459473" cy="983789"/>
        </a:xfrm>
        <a:prstGeom prst="chevron">
          <a:avLst/>
        </a:prstGeom>
        <a:gradFill rotWithShape="0">
          <a:gsLst>
            <a:gs pos="0">
              <a:schemeClr val="accent5">
                <a:hueOff val="6718555"/>
                <a:satOff val="9479"/>
                <a:lumOff val="-1176"/>
                <a:alphaOff val="0"/>
                <a:tint val="62000"/>
                <a:satMod val="180000"/>
              </a:schemeClr>
            </a:gs>
            <a:gs pos="65000">
              <a:schemeClr val="accent5">
                <a:hueOff val="6718555"/>
                <a:satOff val="9479"/>
                <a:lumOff val="-1176"/>
                <a:alphaOff val="0"/>
                <a:tint val="32000"/>
                <a:satMod val="250000"/>
              </a:schemeClr>
            </a:gs>
            <a:gs pos="100000">
              <a:schemeClr val="accent5">
                <a:hueOff val="6718555"/>
                <a:satOff val="9479"/>
                <a:lumOff val="-1176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4013" tIns="34671" rIns="34671" bIns="34671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2600" kern="1200" dirty="0" smtClean="0"/>
            <a:t>系統實作</a:t>
          </a:r>
          <a:endParaRPr lang="zh-TW" altLang="en-US" sz="2600" kern="1200" dirty="0"/>
        </a:p>
      </dsp:txBody>
      <dsp:txXfrm>
        <a:off x="7136699" y="706249"/>
        <a:ext cx="1475684" cy="98378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94B375-4979-46DA-9CA0-A516EA108DA0}">
      <dsp:nvSpPr>
        <dsp:cNvPr id="0" name=""/>
        <dsp:cNvSpPr/>
      </dsp:nvSpPr>
      <dsp:spPr>
        <a:xfrm>
          <a:off x="4225" y="706249"/>
          <a:ext cx="2459473" cy="983789"/>
        </a:xfrm>
        <a:prstGeom prst="chevron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accent5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4013" tIns="34671" rIns="34671" bIns="34671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2600" kern="1200" dirty="0" smtClean="0"/>
            <a:t>需求分析</a:t>
          </a:r>
          <a:endParaRPr lang="zh-TW" altLang="en-US" sz="2600" kern="1200" dirty="0"/>
        </a:p>
      </dsp:txBody>
      <dsp:txXfrm>
        <a:off x="496120" y="706249"/>
        <a:ext cx="1475684" cy="983789"/>
      </dsp:txXfrm>
    </dsp:sp>
    <dsp:sp modelId="{681F957B-6379-4037-A8D5-77FF4ECF6AFB}">
      <dsp:nvSpPr>
        <dsp:cNvPr id="0" name=""/>
        <dsp:cNvSpPr/>
      </dsp:nvSpPr>
      <dsp:spPr>
        <a:xfrm>
          <a:off x="2217751" y="706249"/>
          <a:ext cx="2459473" cy="983789"/>
        </a:xfrm>
        <a:prstGeom prst="chevron">
          <a:avLst/>
        </a:prstGeom>
        <a:gradFill rotWithShape="0">
          <a:gsLst>
            <a:gs pos="0">
              <a:schemeClr val="accent5">
                <a:hueOff val="2239519"/>
                <a:satOff val="3160"/>
                <a:lumOff val="-392"/>
                <a:alphaOff val="0"/>
                <a:tint val="62000"/>
                <a:satMod val="180000"/>
              </a:schemeClr>
            </a:gs>
            <a:gs pos="65000">
              <a:schemeClr val="accent5">
                <a:hueOff val="2239519"/>
                <a:satOff val="3160"/>
                <a:lumOff val="-392"/>
                <a:alphaOff val="0"/>
                <a:tint val="32000"/>
                <a:satMod val="250000"/>
              </a:schemeClr>
            </a:gs>
            <a:gs pos="100000">
              <a:schemeClr val="accent5">
                <a:hueOff val="2239519"/>
                <a:satOff val="3160"/>
                <a:lumOff val="-392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4013" tIns="34671" rIns="34671" bIns="34671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2600" kern="1200" dirty="0" smtClean="0"/>
            <a:t>系統分析</a:t>
          </a:r>
          <a:endParaRPr lang="zh-TW" altLang="en-US" sz="2600" kern="1200" dirty="0"/>
        </a:p>
      </dsp:txBody>
      <dsp:txXfrm>
        <a:off x="2709646" y="706249"/>
        <a:ext cx="1475684" cy="983789"/>
      </dsp:txXfrm>
    </dsp:sp>
    <dsp:sp modelId="{9778DAA8-FCCB-4E30-971F-890BE1793261}">
      <dsp:nvSpPr>
        <dsp:cNvPr id="0" name=""/>
        <dsp:cNvSpPr/>
      </dsp:nvSpPr>
      <dsp:spPr>
        <a:xfrm>
          <a:off x="4431278" y="706249"/>
          <a:ext cx="2459473" cy="983789"/>
        </a:xfrm>
        <a:prstGeom prst="chevron">
          <a:avLst/>
        </a:prstGeom>
        <a:gradFill rotWithShape="0">
          <a:gsLst>
            <a:gs pos="0">
              <a:schemeClr val="accent5">
                <a:hueOff val="4479037"/>
                <a:satOff val="6319"/>
                <a:lumOff val="-784"/>
                <a:alphaOff val="0"/>
                <a:tint val="62000"/>
                <a:satMod val="180000"/>
              </a:schemeClr>
            </a:gs>
            <a:gs pos="65000">
              <a:schemeClr val="accent5">
                <a:hueOff val="4479037"/>
                <a:satOff val="6319"/>
                <a:lumOff val="-784"/>
                <a:alphaOff val="0"/>
                <a:tint val="32000"/>
                <a:satMod val="250000"/>
              </a:schemeClr>
            </a:gs>
            <a:gs pos="100000">
              <a:schemeClr val="accent5">
                <a:hueOff val="4479037"/>
                <a:satOff val="6319"/>
                <a:lumOff val="-784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4013" tIns="34671" rIns="34671" bIns="34671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2600" kern="1200" dirty="0" smtClean="0"/>
            <a:t>系統設計</a:t>
          </a:r>
          <a:endParaRPr lang="zh-TW" altLang="en-US" sz="2600" kern="1200" dirty="0"/>
        </a:p>
      </dsp:txBody>
      <dsp:txXfrm>
        <a:off x="4923173" y="706249"/>
        <a:ext cx="1475684" cy="983789"/>
      </dsp:txXfrm>
    </dsp:sp>
    <dsp:sp modelId="{D42BF5DC-6861-4A34-9C0A-4EC4B6C15B29}">
      <dsp:nvSpPr>
        <dsp:cNvPr id="0" name=""/>
        <dsp:cNvSpPr/>
      </dsp:nvSpPr>
      <dsp:spPr>
        <a:xfrm>
          <a:off x="6644804" y="706249"/>
          <a:ext cx="2459473" cy="983789"/>
        </a:xfrm>
        <a:prstGeom prst="chevron">
          <a:avLst/>
        </a:prstGeom>
        <a:gradFill rotWithShape="0">
          <a:gsLst>
            <a:gs pos="0">
              <a:schemeClr val="accent5">
                <a:hueOff val="6718555"/>
                <a:satOff val="9479"/>
                <a:lumOff val="-1176"/>
                <a:alphaOff val="0"/>
                <a:tint val="62000"/>
                <a:satMod val="180000"/>
              </a:schemeClr>
            </a:gs>
            <a:gs pos="65000">
              <a:schemeClr val="accent5">
                <a:hueOff val="6718555"/>
                <a:satOff val="9479"/>
                <a:lumOff val="-1176"/>
                <a:alphaOff val="0"/>
                <a:tint val="32000"/>
                <a:satMod val="250000"/>
              </a:schemeClr>
            </a:gs>
            <a:gs pos="100000">
              <a:schemeClr val="accent5">
                <a:hueOff val="6718555"/>
                <a:satOff val="9479"/>
                <a:lumOff val="-1176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4013" tIns="34671" rIns="34671" bIns="34671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2600" kern="1200" dirty="0" smtClean="0"/>
            <a:t>系統實作</a:t>
          </a:r>
          <a:endParaRPr lang="zh-TW" altLang="en-US" sz="2600" kern="1200" dirty="0"/>
        </a:p>
      </dsp:txBody>
      <dsp:txXfrm>
        <a:off x="7136699" y="706249"/>
        <a:ext cx="1475684" cy="98378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E7224C-7E6E-4B47-9485-82645920B160}">
      <dsp:nvSpPr>
        <dsp:cNvPr id="0" name=""/>
        <dsp:cNvSpPr/>
      </dsp:nvSpPr>
      <dsp:spPr>
        <a:xfrm>
          <a:off x="636909" y="308929"/>
          <a:ext cx="2062213" cy="2062213"/>
        </a:xfrm>
        <a:prstGeom prst="blockArc">
          <a:avLst>
            <a:gd name="adj1" fmla="val 10800000"/>
            <a:gd name="adj2" fmla="val 16200000"/>
            <a:gd name="adj3" fmla="val 4642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accent5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BDD065ED-FEDF-4B53-8097-3879E3956C85}">
      <dsp:nvSpPr>
        <dsp:cNvPr id="0" name=""/>
        <dsp:cNvSpPr/>
      </dsp:nvSpPr>
      <dsp:spPr>
        <a:xfrm>
          <a:off x="636909" y="308929"/>
          <a:ext cx="2062213" cy="2062213"/>
        </a:xfrm>
        <a:prstGeom prst="blockArc">
          <a:avLst>
            <a:gd name="adj1" fmla="val 5400000"/>
            <a:gd name="adj2" fmla="val 10800000"/>
            <a:gd name="adj3" fmla="val 4642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accent4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ACBBB8E8-05DC-4EDC-AF5E-9D24D9468AD7}">
      <dsp:nvSpPr>
        <dsp:cNvPr id="0" name=""/>
        <dsp:cNvSpPr/>
      </dsp:nvSpPr>
      <dsp:spPr>
        <a:xfrm>
          <a:off x="636909" y="308929"/>
          <a:ext cx="2062213" cy="2062213"/>
        </a:xfrm>
        <a:prstGeom prst="blockArc">
          <a:avLst>
            <a:gd name="adj1" fmla="val 0"/>
            <a:gd name="adj2" fmla="val 5400000"/>
            <a:gd name="adj3" fmla="val 4642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accent3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DFD9843B-D0D6-44AC-98F3-735F83797074}">
      <dsp:nvSpPr>
        <dsp:cNvPr id="0" name=""/>
        <dsp:cNvSpPr/>
      </dsp:nvSpPr>
      <dsp:spPr>
        <a:xfrm>
          <a:off x="636909" y="308929"/>
          <a:ext cx="2062213" cy="2062213"/>
        </a:xfrm>
        <a:prstGeom prst="blockArc">
          <a:avLst>
            <a:gd name="adj1" fmla="val 16200000"/>
            <a:gd name="adj2" fmla="val 0"/>
            <a:gd name="adj3" fmla="val 4642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accent2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6FF617EA-5D21-4875-918D-4F82D847B2DA}">
      <dsp:nvSpPr>
        <dsp:cNvPr id="0" name=""/>
        <dsp:cNvSpPr/>
      </dsp:nvSpPr>
      <dsp:spPr>
        <a:xfrm>
          <a:off x="1193185" y="865205"/>
          <a:ext cx="949661" cy="949661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accent1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1600" b="1" kern="1200" dirty="0" smtClean="0"/>
            <a:t>架構</a:t>
          </a:r>
          <a:endParaRPr lang="en-US" altLang="zh-TW" sz="1600" b="1" kern="1200" dirty="0" smtClean="0"/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1600" b="1" kern="1200" dirty="0" smtClean="0"/>
            <a:t>設計</a:t>
          </a:r>
          <a:endParaRPr lang="en-US" altLang="zh-TW" sz="1600" b="1" kern="1200" dirty="0" smtClean="0"/>
        </a:p>
      </dsp:txBody>
      <dsp:txXfrm>
        <a:off x="1332260" y="1004280"/>
        <a:ext cx="671511" cy="671511"/>
      </dsp:txXfrm>
    </dsp:sp>
    <dsp:sp modelId="{3960DD02-5870-4385-881F-7D316863C5A7}">
      <dsp:nvSpPr>
        <dsp:cNvPr id="0" name=""/>
        <dsp:cNvSpPr/>
      </dsp:nvSpPr>
      <dsp:spPr>
        <a:xfrm>
          <a:off x="1335634" y="479"/>
          <a:ext cx="664763" cy="664763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accent2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1600" kern="1200" dirty="0" smtClean="0"/>
            <a:t>規劃</a:t>
          </a:r>
          <a:endParaRPr lang="en-US" altLang="zh-TW" sz="1600" kern="1200" dirty="0" smtClean="0"/>
        </a:p>
      </dsp:txBody>
      <dsp:txXfrm>
        <a:off x="1432986" y="97831"/>
        <a:ext cx="470059" cy="470059"/>
      </dsp:txXfrm>
    </dsp:sp>
    <dsp:sp modelId="{92A8AD29-F8C3-4B2F-B255-B0C9618050D8}">
      <dsp:nvSpPr>
        <dsp:cNvPr id="0" name=""/>
        <dsp:cNvSpPr/>
      </dsp:nvSpPr>
      <dsp:spPr>
        <a:xfrm>
          <a:off x="2342809" y="1007654"/>
          <a:ext cx="664763" cy="664763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accent3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1600" kern="1200" dirty="0" smtClean="0"/>
            <a:t>開發</a:t>
          </a:r>
          <a:endParaRPr lang="en-US" altLang="zh-TW" sz="1600" kern="1200" dirty="0" smtClean="0"/>
        </a:p>
      </dsp:txBody>
      <dsp:txXfrm>
        <a:off x="2440161" y="1105006"/>
        <a:ext cx="470059" cy="470059"/>
      </dsp:txXfrm>
    </dsp:sp>
    <dsp:sp modelId="{B82B9FDB-7DB6-41F1-8F0B-E77EBE6C31B6}">
      <dsp:nvSpPr>
        <dsp:cNvPr id="0" name=""/>
        <dsp:cNvSpPr/>
      </dsp:nvSpPr>
      <dsp:spPr>
        <a:xfrm>
          <a:off x="1335634" y="2014829"/>
          <a:ext cx="664763" cy="664763"/>
        </a:xfrm>
        <a:prstGeom prst="ellips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accent4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1600" kern="1200" dirty="0" smtClean="0"/>
            <a:t>使用</a:t>
          </a:r>
          <a:endParaRPr lang="zh-TW" altLang="en-US" sz="1600" kern="1200" dirty="0"/>
        </a:p>
      </dsp:txBody>
      <dsp:txXfrm>
        <a:off x="1432986" y="2112181"/>
        <a:ext cx="470059" cy="470059"/>
      </dsp:txXfrm>
    </dsp:sp>
    <dsp:sp modelId="{C3405BE1-037C-406E-B7ED-A9D66038813C}">
      <dsp:nvSpPr>
        <dsp:cNvPr id="0" name=""/>
        <dsp:cNvSpPr/>
      </dsp:nvSpPr>
      <dsp:spPr>
        <a:xfrm>
          <a:off x="328459" y="1007654"/>
          <a:ext cx="664763" cy="664763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accent5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1600" kern="1200" dirty="0" smtClean="0"/>
            <a:t>回饋</a:t>
          </a:r>
          <a:endParaRPr lang="zh-TW" altLang="en-US" sz="1600" kern="1200" dirty="0"/>
        </a:p>
      </dsp:txBody>
      <dsp:txXfrm>
        <a:off x="425811" y="1105006"/>
        <a:ext cx="470059" cy="47005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E7224C-7E6E-4B47-9485-82645920B160}">
      <dsp:nvSpPr>
        <dsp:cNvPr id="0" name=""/>
        <dsp:cNvSpPr/>
      </dsp:nvSpPr>
      <dsp:spPr>
        <a:xfrm>
          <a:off x="636909" y="308929"/>
          <a:ext cx="2062213" cy="2062213"/>
        </a:xfrm>
        <a:prstGeom prst="blockArc">
          <a:avLst>
            <a:gd name="adj1" fmla="val 10800000"/>
            <a:gd name="adj2" fmla="val 16200000"/>
            <a:gd name="adj3" fmla="val 4642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accent5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BDD065ED-FEDF-4B53-8097-3879E3956C85}">
      <dsp:nvSpPr>
        <dsp:cNvPr id="0" name=""/>
        <dsp:cNvSpPr/>
      </dsp:nvSpPr>
      <dsp:spPr>
        <a:xfrm>
          <a:off x="636909" y="308929"/>
          <a:ext cx="2062213" cy="2062213"/>
        </a:xfrm>
        <a:prstGeom prst="blockArc">
          <a:avLst>
            <a:gd name="adj1" fmla="val 5400000"/>
            <a:gd name="adj2" fmla="val 10800000"/>
            <a:gd name="adj3" fmla="val 4642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accent4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ACBBB8E8-05DC-4EDC-AF5E-9D24D9468AD7}">
      <dsp:nvSpPr>
        <dsp:cNvPr id="0" name=""/>
        <dsp:cNvSpPr/>
      </dsp:nvSpPr>
      <dsp:spPr>
        <a:xfrm>
          <a:off x="636909" y="308929"/>
          <a:ext cx="2062213" cy="2062213"/>
        </a:xfrm>
        <a:prstGeom prst="blockArc">
          <a:avLst>
            <a:gd name="adj1" fmla="val 0"/>
            <a:gd name="adj2" fmla="val 5400000"/>
            <a:gd name="adj3" fmla="val 4642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accent3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DFD9843B-D0D6-44AC-98F3-735F83797074}">
      <dsp:nvSpPr>
        <dsp:cNvPr id="0" name=""/>
        <dsp:cNvSpPr/>
      </dsp:nvSpPr>
      <dsp:spPr>
        <a:xfrm>
          <a:off x="636909" y="308929"/>
          <a:ext cx="2062213" cy="2062213"/>
        </a:xfrm>
        <a:prstGeom prst="blockArc">
          <a:avLst>
            <a:gd name="adj1" fmla="val 16200000"/>
            <a:gd name="adj2" fmla="val 0"/>
            <a:gd name="adj3" fmla="val 4642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accent2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6FF617EA-5D21-4875-918D-4F82D847B2DA}">
      <dsp:nvSpPr>
        <dsp:cNvPr id="0" name=""/>
        <dsp:cNvSpPr/>
      </dsp:nvSpPr>
      <dsp:spPr>
        <a:xfrm>
          <a:off x="1193185" y="865205"/>
          <a:ext cx="949661" cy="949661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accent1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1600" b="1" kern="1200" dirty="0" smtClean="0"/>
            <a:t>開發</a:t>
          </a:r>
          <a:endParaRPr lang="en-US" altLang="zh-TW" sz="1600" b="1" kern="1200" dirty="0" smtClean="0"/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1600" b="1" kern="1200" dirty="0" smtClean="0"/>
            <a:t>流程</a:t>
          </a:r>
          <a:endParaRPr lang="en-US" altLang="zh-TW" sz="1600" b="1" kern="1200" dirty="0" smtClean="0"/>
        </a:p>
      </dsp:txBody>
      <dsp:txXfrm>
        <a:off x="1332260" y="1004280"/>
        <a:ext cx="671511" cy="671511"/>
      </dsp:txXfrm>
    </dsp:sp>
    <dsp:sp modelId="{3960DD02-5870-4385-881F-7D316863C5A7}">
      <dsp:nvSpPr>
        <dsp:cNvPr id="0" name=""/>
        <dsp:cNvSpPr/>
      </dsp:nvSpPr>
      <dsp:spPr>
        <a:xfrm>
          <a:off x="1335634" y="479"/>
          <a:ext cx="664763" cy="664763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accent2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1600" kern="1200" dirty="0" smtClean="0"/>
            <a:t>規劃</a:t>
          </a:r>
          <a:endParaRPr lang="en-US" altLang="zh-TW" sz="1600" kern="1200" dirty="0" smtClean="0"/>
        </a:p>
      </dsp:txBody>
      <dsp:txXfrm>
        <a:off x="1432986" y="97831"/>
        <a:ext cx="470059" cy="470059"/>
      </dsp:txXfrm>
    </dsp:sp>
    <dsp:sp modelId="{92A8AD29-F8C3-4B2F-B255-B0C9618050D8}">
      <dsp:nvSpPr>
        <dsp:cNvPr id="0" name=""/>
        <dsp:cNvSpPr/>
      </dsp:nvSpPr>
      <dsp:spPr>
        <a:xfrm>
          <a:off x="2342809" y="1007654"/>
          <a:ext cx="664763" cy="664763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accent3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1600" kern="1200" dirty="0" smtClean="0"/>
            <a:t>開發</a:t>
          </a:r>
          <a:endParaRPr lang="en-US" altLang="zh-TW" sz="1600" kern="1200" dirty="0" smtClean="0"/>
        </a:p>
      </dsp:txBody>
      <dsp:txXfrm>
        <a:off x="2440161" y="1105006"/>
        <a:ext cx="470059" cy="470059"/>
      </dsp:txXfrm>
    </dsp:sp>
    <dsp:sp modelId="{B82B9FDB-7DB6-41F1-8F0B-E77EBE6C31B6}">
      <dsp:nvSpPr>
        <dsp:cNvPr id="0" name=""/>
        <dsp:cNvSpPr/>
      </dsp:nvSpPr>
      <dsp:spPr>
        <a:xfrm>
          <a:off x="1335634" y="2014829"/>
          <a:ext cx="664763" cy="664763"/>
        </a:xfrm>
        <a:prstGeom prst="ellips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accent4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1600" kern="1200" dirty="0" smtClean="0"/>
            <a:t>使用</a:t>
          </a:r>
          <a:endParaRPr lang="zh-TW" altLang="en-US" sz="1600" kern="1200" dirty="0"/>
        </a:p>
      </dsp:txBody>
      <dsp:txXfrm>
        <a:off x="1432986" y="2112181"/>
        <a:ext cx="470059" cy="470059"/>
      </dsp:txXfrm>
    </dsp:sp>
    <dsp:sp modelId="{C3405BE1-037C-406E-B7ED-A9D66038813C}">
      <dsp:nvSpPr>
        <dsp:cNvPr id="0" name=""/>
        <dsp:cNvSpPr/>
      </dsp:nvSpPr>
      <dsp:spPr>
        <a:xfrm>
          <a:off x="328459" y="1007654"/>
          <a:ext cx="664763" cy="664763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accent5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1600" kern="1200" dirty="0" smtClean="0"/>
            <a:t>回饋</a:t>
          </a:r>
          <a:endParaRPr lang="zh-TW" altLang="en-US" sz="1600" kern="1200" dirty="0"/>
        </a:p>
      </dsp:txBody>
      <dsp:txXfrm>
        <a:off x="425811" y="1105006"/>
        <a:ext cx="470059" cy="47005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E7224C-7E6E-4B47-9485-82645920B160}">
      <dsp:nvSpPr>
        <dsp:cNvPr id="0" name=""/>
        <dsp:cNvSpPr/>
      </dsp:nvSpPr>
      <dsp:spPr>
        <a:xfrm>
          <a:off x="636909" y="308929"/>
          <a:ext cx="2062213" cy="2062213"/>
        </a:xfrm>
        <a:prstGeom prst="blockArc">
          <a:avLst>
            <a:gd name="adj1" fmla="val 10800000"/>
            <a:gd name="adj2" fmla="val 16200000"/>
            <a:gd name="adj3" fmla="val 4642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accent5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BDD065ED-FEDF-4B53-8097-3879E3956C85}">
      <dsp:nvSpPr>
        <dsp:cNvPr id="0" name=""/>
        <dsp:cNvSpPr/>
      </dsp:nvSpPr>
      <dsp:spPr>
        <a:xfrm>
          <a:off x="636909" y="308929"/>
          <a:ext cx="2062213" cy="2062213"/>
        </a:xfrm>
        <a:prstGeom prst="blockArc">
          <a:avLst>
            <a:gd name="adj1" fmla="val 5400000"/>
            <a:gd name="adj2" fmla="val 10800000"/>
            <a:gd name="adj3" fmla="val 4642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accent4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ACBBB8E8-05DC-4EDC-AF5E-9D24D9468AD7}">
      <dsp:nvSpPr>
        <dsp:cNvPr id="0" name=""/>
        <dsp:cNvSpPr/>
      </dsp:nvSpPr>
      <dsp:spPr>
        <a:xfrm>
          <a:off x="636909" y="308929"/>
          <a:ext cx="2062213" cy="2062213"/>
        </a:xfrm>
        <a:prstGeom prst="blockArc">
          <a:avLst>
            <a:gd name="adj1" fmla="val 0"/>
            <a:gd name="adj2" fmla="val 5400000"/>
            <a:gd name="adj3" fmla="val 4642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accent3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DFD9843B-D0D6-44AC-98F3-735F83797074}">
      <dsp:nvSpPr>
        <dsp:cNvPr id="0" name=""/>
        <dsp:cNvSpPr/>
      </dsp:nvSpPr>
      <dsp:spPr>
        <a:xfrm>
          <a:off x="636909" y="308929"/>
          <a:ext cx="2062213" cy="2062213"/>
        </a:xfrm>
        <a:prstGeom prst="blockArc">
          <a:avLst>
            <a:gd name="adj1" fmla="val 16200000"/>
            <a:gd name="adj2" fmla="val 0"/>
            <a:gd name="adj3" fmla="val 4642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accent2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6FF617EA-5D21-4875-918D-4F82D847B2DA}">
      <dsp:nvSpPr>
        <dsp:cNvPr id="0" name=""/>
        <dsp:cNvSpPr/>
      </dsp:nvSpPr>
      <dsp:spPr>
        <a:xfrm>
          <a:off x="1193185" y="865205"/>
          <a:ext cx="949661" cy="949661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accent1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1600" b="1" kern="1200" dirty="0" smtClean="0"/>
            <a:t>領域</a:t>
          </a:r>
          <a:endParaRPr lang="en-US" altLang="zh-TW" sz="1600" b="1" kern="1200" dirty="0" smtClean="0"/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1600" b="1" kern="1200" dirty="0" smtClean="0"/>
            <a:t>知識</a:t>
          </a:r>
          <a:endParaRPr lang="en-US" altLang="zh-TW" sz="1600" b="1" kern="1200" dirty="0" smtClean="0"/>
        </a:p>
      </dsp:txBody>
      <dsp:txXfrm>
        <a:off x="1332260" y="1004280"/>
        <a:ext cx="671511" cy="671511"/>
      </dsp:txXfrm>
    </dsp:sp>
    <dsp:sp modelId="{3960DD02-5870-4385-881F-7D316863C5A7}">
      <dsp:nvSpPr>
        <dsp:cNvPr id="0" name=""/>
        <dsp:cNvSpPr/>
      </dsp:nvSpPr>
      <dsp:spPr>
        <a:xfrm>
          <a:off x="1335634" y="479"/>
          <a:ext cx="664763" cy="664763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accent2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1600" kern="1200" dirty="0" smtClean="0"/>
            <a:t>規劃</a:t>
          </a:r>
          <a:endParaRPr lang="en-US" altLang="zh-TW" sz="1600" kern="1200" dirty="0" smtClean="0"/>
        </a:p>
      </dsp:txBody>
      <dsp:txXfrm>
        <a:off x="1432986" y="97831"/>
        <a:ext cx="470059" cy="470059"/>
      </dsp:txXfrm>
    </dsp:sp>
    <dsp:sp modelId="{92A8AD29-F8C3-4B2F-B255-B0C9618050D8}">
      <dsp:nvSpPr>
        <dsp:cNvPr id="0" name=""/>
        <dsp:cNvSpPr/>
      </dsp:nvSpPr>
      <dsp:spPr>
        <a:xfrm>
          <a:off x="2342809" y="1007654"/>
          <a:ext cx="664763" cy="664763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accent3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1600" kern="1200" dirty="0" smtClean="0"/>
            <a:t>開發</a:t>
          </a:r>
          <a:endParaRPr lang="en-US" altLang="zh-TW" sz="1600" kern="1200" dirty="0" smtClean="0"/>
        </a:p>
      </dsp:txBody>
      <dsp:txXfrm>
        <a:off x="2440161" y="1105006"/>
        <a:ext cx="470059" cy="470059"/>
      </dsp:txXfrm>
    </dsp:sp>
    <dsp:sp modelId="{B82B9FDB-7DB6-41F1-8F0B-E77EBE6C31B6}">
      <dsp:nvSpPr>
        <dsp:cNvPr id="0" name=""/>
        <dsp:cNvSpPr/>
      </dsp:nvSpPr>
      <dsp:spPr>
        <a:xfrm>
          <a:off x="1335634" y="2014829"/>
          <a:ext cx="664763" cy="664763"/>
        </a:xfrm>
        <a:prstGeom prst="ellips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accent4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1600" kern="1200" dirty="0" smtClean="0"/>
            <a:t>使用</a:t>
          </a:r>
          <a:endParaRPr lang="zh-TW" altLang="en-US" sz="1600" kern="1200" dirty="0"/>
        </a:p>
      </dsp:txBody>
      <dsp:txXfrm>
        <a:off x="1432986" y="2112181"/>
        <a:ext cx="470059" cy="470059"/>
      </dsp:txXfrm>
    </dsp:sp>
    <dsp:sp modelId="{C3405BE1-037C-406E-B7ED-A9D66038813C}">
      <dsp:nvSpPr>
        <dsp:cNvPr id="0" name=""/>
        <dsp:cNvSpPr/>
      </dsp:nvSpPr>
      <dsp:spPr>
        <a:xfrm>
          <a:off x="328459" y="1007654"/>
          <a:ext cx="664763" cy="664763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accent5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1600" kern="1200" dirty="0" smtClean="0"/>
            <a:t>回饋</a:t>
          </a:r>
          <a:endParaRPr lang="zh-TW" altLang="en-US" sz="1600" kern="1200" dirty="0"/>
        </a:p>
      </dsp:txBody>
      <dsp:txXfrm>
        <a:off x="425811" y="1105006"/>
        <a:ext cx="470059" cy="47005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12DB5F-711F-4D51-840B-9786243BDF32}">
      <dsp:nvSpPr>
        <dsp:cNvPr id="0" name=""/>
        <dsp:cNvSpPr/>
      </dsp:nvSpPr>
      <dsp:spPr>
        <a:xfrm>
          <a:off x="174336" y="1800202"/>
          <a:ext cx="2569319" cy="8467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6990" tIns="46990" rIns="46990" bIns="46990" numCol="1" spcCol="1270" anchor="ctr" anchorCtr="0">
          <a:noAutofit/>
        </a:bodyPr>
        <a:lstStyle/>
        <a:p>
          <a:pPr lvl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3700" kern="1200" dirty="0"/>
            <a:t>需求</a:t>
          </a:r>
          <a:r>
            <a:rPr lang="en-US" altLang="zh-TW" sz="3700" kern="1200" dirty="0"/>
            <a:t>+</a:t>
          </a:r>
          <a:r>
            <a:rPr lang="zh-TW" altLang="en-US" sz="3700" kern="1200" dirty="0"/>
            <a:t>問題</a:t>
          </a:r>
        </a:p>
      </dsp:txBody>
      <dsp:txXfrm>
        <a:off x="174336" y="1800202"/>
        <a:ext cx="2569319" cy="846707"/>
      </dsp:txXfrm>
    </dsp:sp>
    <dsp:sp modelId="{31A2BBD4-40D8-4792-80A2-CAD27FF57540}">
      <dsp:nvSpPr>
        <dsp:cNvPr id="0" name=""/>
        <dsp:cNvSpPr/>
      </dsp:nvSpPr>
      <dsp:spPr>
        <a:xfrm>
          <a:off x="171417" y="1410142"/>
          <a:ext cx="204377" cy="204377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accent2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75F30AD1-9C29-48B0-8E6F-A32CA793F548}">
      <dsp:nvSpPr>
        <dsp:cNvPr id="0" name=""/>
        <dsp:cNvSpPr/>
      </dsp:nvSpPr>
      <dsp:spPr>
        <a:xfrm>
          <a:off x="314481" y="1124014"/>
          <a:ext cx="204377" cy="204377"/>
        </a:xfrm>
        <a:prstGeom prst="ellipse">
          <a:avLst/>
        </a:prstGeom>
        <a:gradFill rotWithShape="0">
          <a:gsLst>
            <a:gs pos="0">
              <a:schemeClr val="accent2">
                <a:hueOff val="-1120177"/>
                <a:satOff val="487"/>
                <a:lumOff val="142"/>
                <a:alphaOff val="0"/>
                <a:tint val="62000"/>
                <a:satMod val="180000"/>
              </a:schemeClr>
            </a:gs>
            <a:gs pos="65000">
              <a:schemeClr val="accent2">
                <a:hueOff val="-1120177"/>
                <a:satOff val="487"/>
                <a:lumOff val="142"/>
                <a:alphaOff val="0"/>
                <a:tint val="32000"/>
                <a:satMod val="250000"/>
              </a:schemeClr>
            </a:gs>
            <a:gs pos="100000">
              <a:schemeClr val="accent2">
                <a:hueOff val="-1120177"/>
                <a:satOff val="487"/>
                <a:lumOff val="142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C75ACE6C-8E2E-4E1A-AF95-889739211ED4}">
      <dsp:nvSpPr>
        <dsp:cNvPr id="0" name=""/>
        <dsp:cNvSpPr/>
      </dsp:nvSpPr>
      <dsp:spPr>
        <a:xfrm>
          <a:off x="657836" y="1181239"/>
          <a:ext cx="321164" cy="321164"/>
        </a:xfrm>
        <a:prstGeom prst="ellipse">
          <a:avLst/>
        </a:prstGeom>
        <a:gradFill rotWithShape="0">
          <a:gsLst>
            <a:gs pos="0">
              <a:schemeClr val="accent2">
                <a:hueOff val="-2240354"/>
                <a:satOff val="974"/>
                <a:lumOff val="283"/>
                <a:alphaOff val="0"/>
                <a:tint val="62000"/>
                <a:satMod val="180000"/>
              </a:schemeClr>
            </a:gs>
            <a:gs pos="65000">
              <a:schemeClr val="accent2">
                <a:hueOff val="-2240354"/>
                <a:satOff val="974"/>
                <a:lumOff val="283"/>
                <a:alphaOff val="0"/>
                <a:tint val="32000"/>
                <a:satMod val="250000"/>
              </a:schemeClr>
            </a:gs>
            <a:gs pos="100000">
              <a:schemeClr val="accent2">
                <a:hueOff val="-2240354"/>
                <a:satOff val="974"/>
                <a:lumOff val="283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B663AC44-87D0-438C-B06E-52F95201C3C1}">
      <dsp:nvSpPr>
        <dsp:cNvPr id="0" name=""/>
        <dsp:cNvSpPr/>
      </dsp:nvSpPr>
      <dsp:spPr>
        <a:xfrm>
          <a:off x="943964" y="866498"/>
          <a:ext cx="204377" cy="204377"/>
        </a:xfrm>
        <a:prstGeom prst="ellipse">
          <a:avLst/>
        </a:prstGeom>
        <a:gradFill rotWithShape="0">
          <a:gsLst>
            <a:gs pos="0">
              <a:schemeClr val="accent2">
                <a:hueOff val="-3360531"/>
                <a:satOff val="1461"/>
                <a:lumOff val="425"/>
                <a:alphaOff val="0"/>
                <a:tint val="62000"/>
                <a:satMod val="180000"/>
              </a:schemeClr>
            </a:gs>
            <a:gs pos="65000">
              <a:schemeClr val="accent2">
                <a:hueOff val="-3360531"/>
                <a:satOff val="1461"/>
                <a:lumOff val="425"/>
                <a:alphaOff val="0"/>
                <a:tint val="32000"/>
                <a:satMod val="250000"/>
              </a:schemeClr>
            </a:gs>
            <a:gs pos="100000">
              <a:schemeClr val="accent2">
                <a:hueOff val="-3360531"/>
                <a:satOff val="1461"/>
                <a:lumOff val="425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F9DD71AB-311B-4730-98E6-186ACA0CECDA}">
      <dsp:nvSpPr>
        <dsp:cNvPr id="0" name=""/>
        <dsp:cNvSpPr/>
      </dsp:nvSpPr>
      <dsp:spPr>
        <a:xfrm>
          <a:off x="1315932" y="752046"/>
          <a:ext cx="204377" cy="204377"/>
        </a:xfrm>
        <a:prstGeom prst="ellipse">
          <a:avLst/>
        </a:prstGeom>
        <a:gradFill rotWithShape="0">
          <a:gsLst>
            <a:gs pos="0">
              <a:schemeClr val="accent2">
                <a:hueOff val="-4480708"/>
                <a:satOff val="1949"/>
                <a:lumOff val="567"/>
                <a:alphaOff val="0"/>
                <a:tint val="62000"/>
                <a:satMod val="180000"/>
              </a:schemeClr>
            </a:gs>
            <a:gs pos="65000">
              <a:schemeClr val="accent2">
                <a:hueOff val="-4480708"/>
                <a:satOff val="1949"/>
                <a:lumOff val="567"/>
                <a:alphaOff val="0"/>
                <a:tint val="32000"/>
                <a:satMod val="250000"/>
              </a:schemeClr>
            </a:gs>
            <a:gs pos="100000">
              <a:schemeClr val="accent2">
                <a:hueOff val="-4480708"/>
                <a:satOff val="1949"/>
                <a:lumOff val="567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50E89776-98E5-4267-AAD5-7484ABE657E9}">
      <dsp:nvSpPr>
        <dsp:cNvPr id="0" name=""/>
        <dsp:cNvSpPr/>
      </dsp:nvSpPr>
      <dsp:spPr>
        <a:xfrm>
          <a:off x="1773738" y="952336"/>
          <a:ext cx="204377" cy="204377"/>
        </a:xfrm>
        <a:prstGeom prst="ellipse">
          <a:avLst/>
        </a:prstGeom>
        <a:gradFill rotWithShape="0">
          <a:gsLst>
            <a:gs pos="0">
              <a:schemeClr val="accent2">
                <a:hueOff val="-5600885"/>
                <a:satOff val="2436"/>
                <a:lumOff val="708"/>
                <a:alphaOff val="0"/>
                <a:tint val="62000"/>
                <a:satMod val="180000"/>
              </a:schemeClr>
            </a:gs>
            <a:gs pos="65000">
              <a:schemeClr val="accent2">
                <a:hueOff val="-5600885"/>
                <a:satOff val="2436"/>
                <a:lumOff val="708"/>
                <a:alphaOff val="0"/>
                <a:tint val="32000"/>
                <a:satMod val="250000"/>
              </a:schemeClr>
            </a:gs>
            <a:gs pos="100000">
              <a:schemeClr val="accent2">
                <a:hueOff val="-5600885"/>
                <a:satOff val="2436"/>
                <a:lumOff val="708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D73FD32F-7937-417C-8135-95D78B46813C}">
      <dsp:nvSpPr>
        <dsp:cNvPr id="0" name=""/>
        <dsp:cNvSpPr/>
      </dsp:nvSpPr>
      <dsp:spPr>
        <a:xfrm>
          <a:off x="2059867" y="1095401"/>
          <a:ext cx="321164" cy="321164"/>
        </a:xfrm>
        <a:prstGeom prst="ellipse">
          <a:avLst/>
        </a:prstGeom>
        <a:gradFill rotWithShape="0">
          <a:gsLst>
            <a:gs pos="0">
              <a:schemeClr val="accent2">
                <a:hueOff val="-6721062"/>
                <a:satOff val="2923"/>
                <a:lumOff val="850"/>
                <a:alphaOff val="0"/>
                <a:tint val="62000"/>
                <a:satMod val="180000"/>
              </a:schemeClr>
            </a:gs>
            <a:gs pos="65000">
              <a:schemeClr val="accent2">
                <a:hueOff val="-6721062"/>
                <a:satOff val="2923"/>
                <a:lumOff val="850"/>
                <a:alphaOff val="0"/>
                <a:tint val="32000"/>
                <a:satMod val="250000"/>
              </a:schemeClr>
            </a:gs>
            <a:gs pos="100000">
              <a:schemeClr val="accent2">
                <a:hueOff val="-6721062"/>
                <a:satOff val="2923"/>
                <a:lumOff val="85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D92E9DB8-3E3B-4E52-BCEC-85B6A7CA27AF}">
      <dsp:nvSpPr>
        <dsp:cNvPr id="0" name=""/>
        <dsp:cNvSpPr/>
      </dsp:nvSpPr>
      <dsp:spPr>
        <a:xfrm>
          <a:off x="2460447" y="1410142"/>
          <a:ext cx="204377" cy="204377"/>
        </a:xfrm>
        <a:prstGeom prst="ellipse">
          <a:avLst/>
        </a:prstGeom>
        <a:gradFill rotWithShape="0">
          <a:gsLst>
            <a:gs pos="0">
              <a:schemeClr val="accent2">
                <a:hueOff val="-7841239"/>
                <a:satOff val="3410"/>
                <a:lumOff val="992"/>
                <a:alphaOff val="0"/>
                <a:tint val="62000"/>
                <a:satMod val="180000"/>
              </a:schemeClr>
            </a:gs>
            <a:gs pos="65000">
              <a:schemeClr val="accent2">
                <a:hueOff val="-7841239"/>
                <a:satOff val="3410"/>
                <a:lumOff val="992"/>
                <a:alphaOff val="0"/>
                <a:tint val="32000"/>
                <a:satMod val="250000"/>
              </a:schemeClr>
            </a:gs>
            <a:gs pos="100000">
              <a:schemeClr val="accent2">
                <a:hueOff val="-7841239"/>
                <a:satOff val="3410"/>
                <a:lumOff val="992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37A8658F-055F-4AE8-B60D-167F137422B6}">
      <dsp:nvSpPr>
        <dsp:cNvPr id="0" name=""/>
        <dsp:cNvSpPr/>
      </dsp:nvSpPr>
      <dsp:spPr>
        <a:xfrm>
          <a:off x="2632124" y="1724884"/>
          <a:ext cx="204377" cy="204377"/>
        </a:xfrm>
        <a:prstGeom prst="ellipse">
          <a:avLst/>
        </a:prstGeom>
        <a:gradFill rotWithShape="0">
          <a:gsLst>
            <a:gs pos="0">
              <a:schemeClr val="accent2">
                <a:hueOff val="-8961416"/>
                <a:satOff val="3897"/>
                <a:lumOff val="1133"/>
                <a:alphaOff val="0"/>
                <a:tint val="62000"/>
                <a:satMod val="180000"/>
              </a:schemeClr>
            </a:gs>
            <a:gs pos="65000">
              <a:schemeClr val="accent2">
                <a:hueOff val="-8961416"/>
                <a:satOff val="3897"/>
                <a:lumOff val="1133"/>
                <a:alphaOff val="0"/>
                <a:tint val="32000"/>
                <a:satMod val="250000"/>
              </a:schemeClr>
            </a:gs>
            <a:gs pos="100000">
              <a:schemeClr val="accent2">
                <a:hueOff val="-8961416"/>
                <a:satOff val="3897"/>
                <a:lumOff val="1133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5AA1BD9C-870A-4BB9-9BD7-EFC3FBFBC3E1}">
      <dsp:nvSpPr>
        <dsp:cNvPr id="0" name=""/>
        <dsp:cNvSpPr/>
      </dsp:nvSpPr>
      <dsp:spPr>
        <a:xfrm>
          <a:off x="1144255" y="1124014"/>
          <a:ext cx="525542" cy="525542"/>
        </a:xfrm>
        <a:prstGeom prst="ellipse">
          <a:avLst/>
        </a:prstGeom>
        <a:gradFill rotWithShape="0">
          <a:gsLst>
            <a:gs pos="0">
              <a:schemeClr val="accent2">
                <a:hueOff val="-10081593"/>
                <a:satOff val="4384"/>
                <a:lumOff val="1275"/>
                <a:alphaOff val="0"/>
                <a:tint val="62000"/>
                <a:satMod val="180000"/>
              </a:schemeClr>
            </a:gs>
            <a:gs pos="65000">
              <a:schemeClr val="accent2">
                <a:hueOff val="-10081593"/>
                <a:satOff val="4384"/>
                <a:lumOff val="1275"/>
                <a:alphaOff val="0"/>
                <a:tint val="32000"/>
                <a:satMod val="250000"/>
              </a:schemeClr>
            </a:gs>
            <a:gs pos="100000">
              <a:schemeClr val="accent2">
                <a:hueOff val="-10081593"/>
                <a:satOff val="4384"/>
                <a:lumOff val="1275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3BDFBBE7-4820-47DB-97AE-D6430B9A53D2}">
      <dsp:nvSpPr>
        <dsp:cNvPr id="0" name=""/>
        <dsp:cNvSpPr/>
      </dsp:nvSpPr>
      <dsp:spPr>
        <a:xfrm>
          <a:off x="28352" y="2365007"/>
          <a:ext cx="204377" cy="204377"/>
        </a:xfrm>
        <a:prstGeom prst="ellipse">
          <a:avLst/>
        </a:prstGeom>
        <a:gradFill rotWithShape="0">
          <a:gsLst>
            <a:gs pos="0">
              <a:schemeClr val="accent2">
                <a:hueOff val="-11201771"/>
                <a:satOff val="4872"/>
                <a:lumOff val="1417"/>
                <a:alphaOff val="0"/>
                <a:tint val="62000"/>
                <a:satMod val="180000"/>
              </a:schemeClr>
            </a:gs>
            <a:gs pos="65000">
              <a:schemeClr val="accent2">
                <a:hueOff val="-11201771"/>
                <a:satOff val="4872"/>
                <a:lumOff val="1417"/>
                <a:alphaOff val="0"/>
                <a:tint val="32000"/>
                <a:satMod val="250000"/>
              </a:schemeClr>
            </a:gs>
            <a:gs pos="100000">
              <a:schemeClr val="accent2">
                <a:hueOff val="-11201771"/>
                <a:satOff val="4872"/>
                <a:lumOff val="1417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CD758FFB-4231-48A7-908A-0BE1FF7DC95A}">
      <dsp:nvSpPr>
        <dsp:cNvPr id="0" name=""/>
        <dsp:cNvSpPr/>
      </dsp:nvSpPr>
      <dsp:spPr>
        <a:xfrm>
          <a:off x="200030" y="2622525"/>
          <a:ext cx="321164" cy="321164"/>
        </a:xfrm>
        <a:prstGeom prst="ellipse">
          <a:avLst/>
        </a:prstGeom>
        <a:gradFill rotWithShape="0">
          <a:gsLst>
            <a:gs pos="0">
              <a:schemeClr val="accent2">
                <a:hueOff val="-12321947"/>
                <a:satOff val="5359"/>
                <a:lumOff val="1558"/>
                <a:alphaOff val="0"/>
                <a:tint val="62000"/>
                <a:satMod val="180000"/>
              </a:schemeClr>
            </a:gs>
            <a:gs pos="65000">
              <a:schemeClr val="accent2">
                <a:hueOff val="-12321947"/>
                <a:satOff val="5359"/>
                <a:lumOff val="1558"/>
                <a:alphaOff val="0"/>
                <a:tint val="32000"/>
                <a:satMod val="250000"/>
              </a:schemeClr>
            </a:gs>
            <a:gs pos="100000">
              <a:schemeClr val="accent2">
                <a:hueOff val="-12321947"/>
                <a:satOff val="5359"/>
                <a:lumOff val="1558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48DD0378-0876-4255-A8CC-4CED111FEACA}">
      <dsp:nvSpPr>
        <dsp:cNvPr id="0" name=""/>
        <dsp:cNvSpPr/>
      </dsp:nvSpPr>
      <dsp:spPr>
        <a:xfrm>
          <a:off x="629223" y="2851428"/>
          <a:ext cx="467149" cy="467149"/>
        </a:xfrm>
        <a:prstGeom prst="ellipse">
          <a:avLst/>
        </a:prstGeom>
        <a:gradFill rotWithShape="0">
          <a:gsLst>
            <a:gs pos="0">
              <a:schemeClr val="accent2">
                <a:hueOff val="-13442124"/>
                <a:satOff val="5846"/>
                <a:lumOff val="1700"/>
                <a:alphaOff val="0"/>
                <a:tint val="62000"/>
                <a:satMod val="180000"/>
              </a:schemeClr>
            </a:gs>
            <a:gs pos="65000">
              <a:schemeClr val="accent2">
                <a:hueOff val="-13442124"/>
                <a:satOff val="5846"/>
                <a:lumOff val="1700"/>
                <a:alphaOff val="0"/>
                <a:tint val="32000"/>
                <a:satMod val="250000"/>
              </a:schemeClr>
            </a:gs>
            <a:gs pos="100000">
              <a:schemeClr val="accent2">
                <a:hueOff val="-13442124"/>
                <a:satOff val="5846"/>
                <a:lumOff val="170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9060ABC2-EA67-4975-A3C6-9755EFB29B21}">
      <dsp:nvSpPr>
        <dsp:cNvPr id="0" name=""/>
        <dsp:cNvSpPr/>
      </dsp:nvSpPr>
      <dsp:spPr>
        <a:xfrm>
          <a:off x="1230093" y="3223394"/>
          <a:ext cx="204377" cy="204377"/>
        </a:xfrm>
        <a:prstGeom prst="ellipse">
          <a:avLst/>
        </a:prstGeom>
        <a:gradFill rotWithShape="0">
          <a:gsLst>
            <a:gs pos="0">
              <a:schemeClr val="accent2">
                <a:hueOff val="-14562301"/>
                <a:satOff val="6333"/>
                <a:lumOff val="1842"/>
                <a:alphaOff val="0"/>
                <a:tint val="62000"/>
                <a:satMod val="180000"/>
              </a:schemeClr>
            </a:gs>
            <a:gs pos="65000">
              <a:schemeClr val="accent2">
                <a:hueOff val="-14562301"/>
                <a:satOff val="6333"/>
                <a:lumOff val="1842"/>
                <a:alphaOff val="0"/>
                <a:tint val="32000"/>
                <a:satMod val="250000"/>
              </a:schemeClr>
            </a:gs>
            <a:gs pos="100000">
              <a:schemeClr val="accent2">
                <a:hueOff val="-14562301"/>
                <a:satOff val="6333"/>
                <a:lumOff val="1842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5F3C0CB0-8C93-4BB7-A861-117DA4D527BE}">
      <dsp:nvSpPr>
        <dsp:cNvPr id="0" name=""/>
        <dsp:cNvSpPr/>
      </dsp:nvSpPr>
      <dsp:spPr>
        <a:xfrm>
          <a:off x="1344545" y="2851428"/>
          <a:ext cx="321164" cy="321164"/>
        </a:xfrm>
        <a:prstGeom prst="ellipse">
          <a:avLst/>
        </a:prstGeom>
        <a:gradFill rotWithShape="0">
          <a:gsLst>
            <a:gs pos="0">
              <a:schemeClr val="accent2">
                <a:hueOff val="-15682478"/>
                <a:satOff val="6820"/>
                <a:lumOff val="1983"/>
                <a:alphaOff val="0"/>
                <a:tint val="62000"/>
                <a:satMod val="180000"/>
              </a:schemeClr>
            </a:gs>
            <a:gs pos="65000">
              <a:schemeClr val="accent2">
                <a:hueOff val="-15682478"/>
                <a:satOff val="6820"/>
                <a:lumOff val="1983"/>
                <a:alphaOff val="0"/>
                <a:tint val="32000"/>
                <a:satMod val="250000"/>
              </a:schemeClr>
            </a:gs>
            <a:gs pos="100000">
              <a:schemeClr val="accent2">
                <a:hueOff val="-15682478"/>
                <a:satOff val="6820"/>
                <a:lumOff val="1983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AAEBD695-FE88-425B-95E9-1CD65382F995}">
      <dsp:nvSpPr>
        <dsp:cNvPr id="0" name=""/>
        <dsp:cNvSpPr/>
      </dsp:nvSpPr>
      <dsp:spPr>
        <a:xfrm>
          <a:off x="1630674" y="3252007"/>
          <a:ext cx="204377" cy="204377"/>
        </a:xfrm>
        <a:prstGeom prst="ellipse">
          <a:avLst/>
        </a:prstGeom>
        <a:gradFill rotWithShape="0">
          <a:gsLst>
            <a:gs pos="0">
              <a:schemeClr val="accent2">
                <a:hueOff val="-16802655"/>
                <a:satOff val="7307"/>
                <a:lumOff val="2125"/>
                <a:alphaOff val="0"/>
                <a:tint val="62000"/>
                <a:satMod val="180000"/>
              </a:schemeClr>
            </a:gs>
            <a:gs pos="65000">
              <a:schemeClr val="accent2">
                <a:hueOff val="-16802655"/>
                <a:satOff val="7307"/>
                <a:lumOff val="2125"/>
                <a:alphaOff val="0"/>
                <a:tint val="32000"/>
                <a:satMod val="250000"/>
              </a:schemeClr>
            </a:gs>
            <a:gs pos="100000">
              <a:schemeClr val="accent2">
                <a:hueOff val="-16802655"/>
                <a:satOff val="7307"/>
                <a:lumOff val="2125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A0BFA961-3A8A-4E70-BEBA-D9CCA4287519}">
      <dsp:nvSpPr>
        <dsp:cNvPr id="0" name=""/>
        <dsp:cNvSpPr/>
      </dsp:nvSpPr>
      <dsp:spPr>
        <a:xfrm>
          <a:off x="1888190" y="2794202"/>
          <a:ext cx="467149" cy="467149"/>
        </a:xfrm>
        <a:prstGeom prst="ellipse">
          <a:avLst/>
        </a:prstGeom>
        <a:gradFill rotWithShape="0">
          <a:gsLst>
            <a:gs pos="0">
              <a:schemeClr val="accent2">
                <a:hueOff val="-17922832"/>
                <a:satOff val="7795"/>
                <a:lumOff val="2267"/>
                <a:alphaOff val="0"/>
                <a:tint val="62000"/>
                <a:satMod val="180000"/>
              </a:schemeClr>
            </a:gs>
            <a:gs pos="65000">
              <a:schemeClr val="accent2">
                <a:hueOff val="-17922832"/>
                <a:satOff val="7795"/>
                <a:lumOff val="2267"/>
                <a:alphaOff val="0"/>
                <a:tint val="32000"/>
                <a:satMod val="250000"/>
              </a:schemeClr>
            </a:gs>
            <a:gs pos="100000">
              <a:schemeClr val="accent2">
                <a:hueOff val="-17922832"/>
                <a:satOff val="7795"/>
                <a:lumOff val="2267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FC2AA528-FD92-4CA7-87AF-B4787B7768A2}">
      <dsp:nvSpPr>
        <dsp:cNvPr id="0" name=""/>
        <dsp:cNvSpPr/>
      </dsp:nvSpPr>
      <dsp:spPr>
        <a:xfrm>
          <a:off x="2517673" y="2679751"/>
          <a:ext cx="321164" cy="321164"/>
        </a:xfrm>
        <a:prstGeom prst="ellipse">
          <a:avLst/>
        </a:prstGeom>
        <a:gradFill rotWithShape="0">
          <a:gsLst>
            <a:gs pos="0">
              <a:schemeClr val="accent2">
                <a:hueOff val="-19043009"/>
                <a:satOff val="8282"/>
                <a:lumOff val="2408"/>
                <a:alphaOff val="0"/>
                <a:tint val="62000"/>
                <a:satMod val="180000"/>
              </a:schemeClr>
            </a:gs>
            <a:gs pos="65000">
              <a:schemeClr val="accent2">
                <a:hueOff val="-19043009"/>
                <a:satOff val="8282"/>
                <a:lumOff val="2408"/>
                <a:alphaOff val="0"/>
                <a:tint val="32000"/>
                <a:satMod val="250000"/>
              </a:schemeClr>
            </a:gs>
            <a:gs pos="100000">
              <a:schemeClr val="accent2">
                <a:hueOff val="-19043009"/>
                <a:satOff val="8282"/>
                <a:lumOff val="2408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F1AE39CB-3CE1-466B-B6B2-D849D1836F78}">
      <dsp:nvSpPr>
        <dsp:cNvPr id="0" name=""/>
        <dsp:cNvSpPr/>
      </dsp:nvSpPr>
      <dsp:spPr>
        <a:xfrm>
          <a:off x="2838838" y="1180764"/>
          <a:ext cx="943215" cy="1800701"/>
        </a:xfrm>
        <a:prstGeom prst="chevron">
          <a:avLst>
            <a:gd name="adj" fmla="val 6231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accent2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EAF84659-F27F-4051-88F4-ABE1A79F89A1}">
      <dsp:nvSpPr>
        <dsp:cNvPr id="0" name=""/>
        <dsp:cNvSpPr/>
      </dsp:nvSpPr>
      <dsp:spPr>
        <a:xfrm>
          <a:off x="3610560" y="1180764"/>
          <a:ext cx="943215" cy="1800701"/>
        </a:xfrm>
        <a:prstGeom prst="chevron">
          <a:avLst>
            <a:gd name="adj" fmla="val 62310"/>
          </a:avLst>
        </a:prstGeom>
        <a:gradFill rotWithShape="0">
          <a:gsLst>
            <a:gs pos="0">
              <a:schemeClr val="accent2">
                <a:hueOff val="-20163186"/>
                <a:satOff val="8769"/>
                <a:lumOff val="2550"/>
                <a:alphaOff val="0"/>
                <a:tint val="62000"/>
                <a:satMod val="180000"/>
              </a:schemeClr>
            </a:gs>
            <a:gs pos="65000">
              <a:schemeClr val="accent2">
                <a:hueOff val="-20163186"/>
                <a:satOff val="8769"/>
                <a:lumOff val="2550"/>
                <a:alphaOff val="0"/>
                <a:tint val="32000"/>
                <a:satMod val="250000"/>
              </a:schemeClr>
            </a:gs>
            <a:gs pos="100000">
              <a:schemeClr val="accent2">
                <a:hueOff val="-20163186"/>
                <a:satOff val="8769"/>
                <a:lumOff val="255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54696C20-B849-410D-B40A-737ED9B13A72}">
      <dsp:nvSpPr>
        <dsp:cNvPr id="0" name=""/>
        <dsp:cNvSpPr/>
      </dsp:nvSpPr>
      <dsp:spPr>
        <a:xfrm>
          <a:off x="4582128" y="752046"/>
          <a:ext cx="2798691" cy="2795848"/>
        </a:xfrm>
        <a:prstGeom prst="ellipse">
          <a:avLst/>
        </a:prstGeom>
        <a:gradFill rotWithShape="0">
          <a:gsLst>
            <a:gs pos="0">
              <a:schemeClr val="accent2">
                <a:hueOff val="-20163186"/>
                <a:satOff val="8769"/>
                <a:lumOff val="2550"/>
                <a:alphaOff val="0"/>
                <a:tint val="62000"/>
                <a:satMod val="180000"/>
              </a:schemeClr>
            </a:gs>
            <a:gs pos="65000">
              <a:schemeClr val="accent2">
                <a:hueOff val="-20163186"/>
                <a:satOff val="8769"/>
                <a:lumOff val="2550"/>
                <a:alphaOff val="0"/>
                <a:tint val="32000"/>
                <a:satMod val="250000"/>
              </a:schemeClr>
            </a:gs>
            <a:gs pos="100000">
              <a:schemeClr val="accent2">
                <a:hueOff val="-20163186"/>
                <a:satOff val="8769"/>
                <a:lumOff val="255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3700" kern="1200" dirty="0"/>
            <a:t>解決方案</a:t>
          </a:r>
        </a:p>
      </dsp:txBody>
      <dsp:txXfrm>
        <a:off x="4991987" y="1161488"/>
        <a:ext cx="1978973" cy="19769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9/3/layout/RandomtoResultProcess#1">
  <dgm:title val=""/>
  <dgm:desc val=""/>
  <dgm:catLst>
    <dgm:cat type="process" pri="1275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Name0">
    <dgm:varLst>
      <dgm:dir/>
      <dgm:animOne val="branch"/>
      <dgm:animLvl val="lvl"/>
    </dgm:varLst>
    <dgm:choose name="Name1">
      <dgm:if name="Name2" func="var" arg="dir" op="equ" val="norm">
        <dgm:alg type="lin">
          <dgm:param type="nodeVertAlign" val="t"/>
          <dgm:param type="fallback" val="2D"/>
        </dgm:alg>
      </dgm:if>
      <dgm:else name="Name3">
        <dgm:alg type="lin">
          <dgm:param type="linDir" val="from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constrLst>
      <dgm:constr type="userH" refType="h" fact="2"/>
      <dgm:constr type="w" for="ch" forName="chaos" refType="userH" fact="0.681"/>
      <dgm:constr type="h" for="ch" forName="chaos" refType="userH"/>
      <dgm:constr type="w" for="ch" forName="middle" refType="userH" fact="0.6"/>
      <dgm:constr type="h" for="ch" forName="middle" refType="userH"/>
      <dgm:constr type="w" for="ch" forName="last" refType="userH" fact="0.6"/>
      <dgm:constr type="h" for="ch" forName="last" refType="userH"/>
      <dgm:constr type="w" for="ch" forName="chevronComposite1" refType="userH" fact="0.22"/>
      <dgm:constr type="h" for="ch" forName="chevronComposite1" refType="userH" fact="0.52"/>
      <dgm:constr type="w" for="ch" forName="chevronComposite2" refType="userH" fact="0.22"/>
      <dgm:constr type="h" for="ch" forName="chevronComposite2" refType="userH" fact="0.52"/>
      <dgm:constr type="w" for="ch" forName="overlap" refType="userH" fact="-0.04"/>
      <dgm:constr type="h" for="ch" forName="overlap" refType="userH" fact="0.06"/>
      <dgm:constr type="primFontSz" for="des" forName="parTx1" op="equ" val="65"/>
      <dgm:constr type="primFontSz" for="des" forName="parTxMid" refType="primFontSz" refFor="des" refForName="parTx1" op="equ"/>
      <dgm:constr type="primFontSz" for="des" forName="circleTx" refType="primFontSz" refFor="des" refForName="parTx1" op="equ"/>
      <dgm:constr type="primFontSz" for="des" forName="desTx1" op="equ" val="65"/>
      <dgm:constr type="primFontSz" for="des" forName="desTxMid" refType="primFontSz" refFor="des" refForName="desTx1" op="equ"/>
      <dgm:constr type="primFontSz" for="des" forName="desTxN" refType="primFontSz" refFor="des" refForName="desTx1" op="equ"/>
    </dgm:constrLst>
    <dgm:forEach name="Name4" axis="ch" ptType="node">
      <dgm:choose name="Name5">
        <dgm:if name="Name6" axis="self" ptType="node" func="pos" op="equ" val="1">
          <dgm:layoutNode name="chaos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parTx1" refType="w" fact="0.5"/>
              <dgm:constr type="t" for="ch" forName="parTx1" refType="w" fact="0.32"/>
              <dgm:constr type="w" for="ch" forName="parTx1" refType="w" fact="0.88"/>
              <dgm:constr type="h" for="ch" forName="parTx1" refType="w" fact="0.29"/>
              <dgm:constr type="ctrX" for="ch" forName="desTx1" refType="w" fact="0.5"/>
              <dgm:constr type="b" for="ch" forName="desTx1" refType="h"/>
              <dgm:constr type="w" for="ch" forName="desTx1" refType="w" fact="0.88"/>
              <dgm:constr type="h" for="ch" forName="desTx1" refType="h" fact="0.37"/>
              <dgm:constr type="l" for="ch" forName="c1" refType="w" fact="0.05"/>
              <dgm:constr type="t" for="ch" forName="c1" refType="w" fact="0.23"/>
              <dgm:constr type="w" for="ch" forName="c1" refType="w" fact="0.07"/>
              <dgm:constr type="h" for="ch" forName="c1" refType="w" refFor="ch" refForName="c1"/>
              <dgm:constr type="l" for="ch" forName="c2" refType="w" fact="0.1"/>
              <dgm:constr type="t" for="ch" forName="c2" refType="w" fact="0.13"/>
              <dgm:constr type="w" for="ch" forName="c2" refType="w" fact="0.07"/>
              <dgm:constr type="h" for="ch" forName="c2" refType="w" refFor="ch" refForName="c2"/>
              <dgm:constr type="l" for="ch" forName="c3" refType="w" fact="0.22"/>
              <dgm:constr type="t" for="ch" forName="c3" refType="w" fact="0.15"/>
              <dgm:constr type="w" for="ch" forName="c3" refType="w" fact="0.11"/>
              <dgm:constr type="h" for="ch" forName="c3" refType="w" refFor="ch" refForName="c3"/>
              <dgm:constr type="l" for="ch" forName="c4" refType="w" fact="0.32"/>
              <dgm:constr type="t" for="ch" forName="c4" refType="w" fact="0.04"/>
              <dgm:constr type="w" for="ch" forName="c4" refType="w" fact="0.07"/>
              <dgm:constr type="h" for="ch" forName="c4" refType="w" refFor="ch" refForName="c4"/>
              <dgm:constr type="l" for="ch" forName="c5" refType="w" fact="0.45"/>
              <dgm:constr type="t" for="ch" forName="c5" refType="w" fact="0"/>
              <dgm:constr type="w" for="ch" forName="c5" refType="w" fact="0.07"/>
              <dgm:constr type="h" for="ch" forName="c5" refType="w" refFor="ch" refForName="c5"/>
              <dgm:constr type="l" for="ch" forName="c6" refType="w" fact="0.61"/>
              <dgm:constr type="t" for="ch" forName="c6" refType="w" fact="0.07"/>
              <dgm:constr type="w" for="ch" forName="c6" refType="w" fact="0.07"/>
              <dgm:constr type="h" for="ch" forName="c6" refType="w" refFor="ch" refForName="c6"/>
              <dgm:constr type="l" for="ch" forName="c7" refType="w" fact="0.71"/>
              <dgm:constr type="t" for="ch" forName="c7" refType="w" fact="0.12"/>
              <dgm:constr type="w" for="ch" forName="c7" refType="w" fact="0.11"/>
              <dgm:constr type="h" for="ch" forName="c7" refType="w" refFor="ch" refForName="c7"/>
              <dgm:constr type="l" for="ch" forName="c8" refType="w" fact="0.85"/>
              <dgm:constr type="t" for="ch" forName="c8" refType="w" fact="0.23"/>
              <dgm:constr type="w" for="ch" forName="c8" refType="w" fact="0.07"/>
              <dgm:constr type="h" for="ch" forName="c8" refType="w" refFor="ch" refForName="c8"/>
              <dgm:constr type="l" for="ch" forName="c9" refType="w" fact="0.91"/>
              <dgm:constr type="t" for="ch" forName="c9" refType="w" fact="0.34"/>
              <dgm:constr type="w" for="ch" forName="c9" refType="w" fact="0.07"/>
              <dgm:constr type="h" for="ch" forName="c9" refType="w" refFor="ch" refForName="c9"/>
              <dgm:constr type="l" for="ch" forName="c10" refType="w" fact="0.39"/>
              <dgm:constr type="t" for="ch" forName="c10" refType="w" fact="0.13"/>
              <dgm:constr type="w" for="ch" forName="c10" refType="w" fact="0.18"/>
              <dgm:constr type="h" for="ch" forName="c10" refType="w" refFor="ch" refForName="c10"/>
              <dgm:constr type="l" for="ch" forName="c11" refType="w" fact="0"/>
              <dgm:constr type="t" for="ch" forName="c11" refType="w" fact="0.51"/>
              <dgm:constr type="w" for="ch" forName="c11" refType="w" fact="0.07"/>
              <dgm:constr type="h" for="ch" forName="c11" refType="w" refFor="ch" refForName="c11"/>
              <dgm:constr type="l" for="ch" forName="c12" refType="w" fact="0.06"/>
              <dgm:constr type="t" for="ch" forName="c12" refType="w" fact="0.6"/>
              <dgm:constr type="w" for="ch" forName="c12" refType="w" fact="0.11"/>
              <dgm:constr type="h" for="ch" forName="c12" refType="w" refFor="ch" refForName="c12"/>
              <dgm:constr type="l" for="ch" forName="c13" refType="w" fact="0.21"/>
              <dgm:constr type="t" for="ch" forName="c13" refType="w" fact="0.68"/>
              <dgm:constr type="w" for="ch" forName="c13" refType="w" fact="0.16"/>
              <dgm:constr type="h" for="ch" forName="c13" refType="w" refFor="ch" refForName="c13"/>
              <dgm:constr type="l" for="ch" forName="c14" refType="w" fact="0.42"/>
              <dgm:constr type="t" for="ch" forName="c14" refType="w" fact="0.81"/>
              <dgm:constr type="w" for="ch" forName="c14" refType="w" fact="0.07"/>
              <dgm:constr type="h" for="ch" forName="c14" refType="w" refFor="ch" refForName="c14"/>
              <dgm:constr type="l" for="ch" forName="c15" refType="w" fact="0.46"/>
              <dgm:constr type="t" for="ch" forName="c15" refType="w" fact="0.68"/>
              <dgm:constr type="w" for="ch" forName="c15" refType="w" fact="0.11"/>
              <dgm:constr type="h" for="ch" forName="c15" refType="w" refFor="ch" refForName="c15"/>
              <dgm:constr type="l" for="ch" forName="c16" refType="w" fact="0.56"/>
              <dgm:constr type="t" for="ch" forName="c16" refType="w" fact="0.82"/>
              <dgm:constr type="w" for="ch" forName="c16" refType="w" fact="0.07"/>
              <dgm:constr type="h" for="ch" forName="c16" refType="w" refFor="ch" refForName="c16"/>
              <dgm:constr type="l" for="ch" forName="c17" refType="w" fact="0.65"/>
              <dgm:constr type="t" for="ch" forName="c17" refType="w" fact="0.66"/>
              <dgm:constr type="w" for="ch" forName="c17" refType="w" fact="0.16"/>
              <dgm:constr type="h" for="ch" forName="c17" refType="w" refFor="ch" refForName="c17"/>
              <dgm:constr type="l" for="ch" forName="c18" refType="w" fact="0.87"/>
              <dgm:constr type="t" for="ch" forName="c18" refType="w" fact="0.62"/>
              <dgm:constr type="w" for="ch" forName="c18" refType="w" fact="0.11"/>
              <dgm:constr type="h" for="ch" forName="c18" refType="w" refFor="ch" refForName="c18"/>
            </dgm:constrLst>
            <dgm:layoutNode name="parTx1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7">
              <dgm:if name="Name8" axis="ch" ptType="node" func="cnt" op="gte" val="1">
                <dgm:layoutNode name="desTx1" styleLbl="revTx">
                  <dgm:varLst>
                    <dgm:bulletEnabled val="1"/>
                  </dgm:varLst>
                  <dgm:choose name="Name9">
                    <dgm:if name="Name10" axis="ch" ptType="node" func="cnt" op="equ" val="1">
                      <dgm:alg type="tx">
                        <dgm:param type="shpTxLTRAlignCh" val="l"/>
                      </dgm:alg>
                    </dgm:if>
                    <dgm:else name="Name11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2"/>
            </dgm:choose>
            <dgm:layoutNode name="c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9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0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layoutNode>
        </dgm:if>
        <dgm:if name="Name13" axis="self" ptType="node" func="revPos" op="equ" val="1">
          <dgm:layoutNode name="last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circleTx" refType="w" fact="0.5"/>
              <dgm:constr type="t" for="ch" forName="circleTx" refType="w" fact="0.117"/>
              <dgm:constr type="w" for="ch" forName="circleTx" refType="h" refFor="ch" refForName="circleTx"/>
              <dgm:constr type="h" for="ch" forName="circleTx" refType="w" fact="0.85"/>
              <dgm:constr type="l" for="ch" forName="desTxN"/>
              <dgm:constr type="b" for="ch" forName="desTxN" refType="h"/>
              <dgm:constr type="w" for="ch" forName="desTxN" refType="w"/>
              <dgm:constr type="h" for="ch" forName="desTxN" refType="h" fact="0.37"/>
              <dgm:constr type="ctrX" for="ch" forName="spN" refType="w" fact="0.5"/>
              <dgm:constr type="t" for="ch" forName="spN"/>
              <dgm:constr type="w" for="ch" forName="spN" refType="w" fact="0.93"/>
              <dgm:constr type="h" for="ch" forName="spN" refType="h" fact="0.01"/>
            </dgm:constrLst>
            <dgm:layoutNode name="circleTx" styleLbl="node1">
              <dgm:alg type="tx"/>
              <dgm:shape xmlns:r="http://schemas.openxmlformats.org/officeDocument/2006/relationships" type="ellipse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  <dgm:choose name="Name14">
              <dgm:if name="Name15" axis="ch" ptType="node" func="cnt" op="gte" val="1">
                <dgm:layoutNode name="desTxN" styleLbl="revTx">
                  <dgm:varLst>
                    <dgm:bulletEnabled val="1"/>
                  </dgm:varLst>
                  <dgm:choose name="Name16">
                    <dgm:if name="Name17" axis="ch" ptType="node" func="cnt" op="equ" val="1">
                      <dgm:alg type="tx">
                        <dgm:param type="shpTxLTRAlignCh" val="l"/>
                      </dgm:alg>
                    </dgm:if>
                    <dgm:else name="Name18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  <dgm:layoutNode name="spN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if>
        <dgm:else name="Name20">
          <dgm:layoutNode name="middl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l" for="ch" forName="parTxMid"/>
              <dgm:constr type="t" for="ch" forName="parTxMid" refType="w" fact="0.167"/>
              <dgm:constr type="w" for="ch" forName="parTxMid" refType="w"/>
              <dgm:constr type="h" for="ch" forName="parTxMid" refType="w" fact="0.7"/>
              <dgm:constr type="l" for="ch" forName="desTxMid"/>
              <dgm:constr type="b" for="ch" forName="desTxMid" refType="h"/>
              <dgm:constr type="w" for="ch" forName="desTxMid" refType="w"/>
              <dgm:constr type="h" for="ch" forName="desTxMid" refType="h" fact="0.37"/>
              <dgm:constr type="ctrX" for="ch" forName="spMid" refType="w" fact="0.5"/>
              <dgm:constr type="t" for="ch" forName="spMid"/>
              <dgm:constr type="w" for="ch" forName="spMid" refType="w" fact="0.01"/>
              <dgm:constr type="h" for="ch" forName="spMid" refType="h" fact="0.01"/>
            </dgm:constrLst>
            <dgm:layoutNode name="parTxMid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21">
              <dgm:if name="Name22" axis="ch" ptType="node" func="cnt" op="gte" val="1">
                <dgm:layoutNode name="desTxMid" styleLbl="revTx">
                  <dgm:varLst>
                    <dgm:bulletEnabled val="1"/>
                  </dgm:varLst>
                  <dgm:choose name="Name23">
                    <dgm:if name="Name24" axis="ch" ptType="node" func="cnt" op="equ" val="1">
                      <dgm:alg type="tx">
                        <dgm:param type="shpTxLTRAlignCh" val="l"/>
                      </dgm:alg>
                    </dgm:if>
                    <dgm:else name="Name25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26"/>
            </dgm:choose>
            <dgm:layoutNode name="spMid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else>
      </dgm:choose>
      <dgm:forEach name="Name27" axis="followSib" ptType="sibTrans" cnt="1">
        <dgm:layoutNode name="chevronComposite1" styleLbl="alignImgPlace1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chevron1"/>
            <dgm:constr type="t" for="ch" forName="chevron1" refType="h" fact="0.1923"/>
            <dgm:constr type="w" for="ch" forName="chevron1" refType="w"/>
            <dgm:constr type="b" for="ch" forName="chevron1" refType="h"/>
            <dgm:constr type="l" for="ch" forName="spChevron1"/>
            <dgm:constr type="t" for="ch" forName="spChevron1"/>
            <dgm:constr type="w" for="ch" forName="spChevron1" refType="w" fact="0.01"/>
            <dgm:constr type="h" for="ch" forName="spChevron1" refType="h" fact="0.01"/>
          </dgm:constrLst>
          <dgm:layoutNode name="chevron1">
            <dgm:alg type="sp"/>
            <dgm:choose name="Name28">
              <dgm:if name="Name29" func="var" arg="dir" op="equ" val="norm">
                <dgm:shape xmlns:r="http://schemas.openxmlformats.org/officeDocument/2006/relationships" type="chevron" r:blip="">
                  <dgm:adjLst>
                    <dgm:adj idx="1" val="0.6231"/>
                  </dgm:adjLst>
                </dgm:shape>
              </dgm:if>
              <dgm:else name="Name30">
                <dgm:shape xmlns:r="http://schemas.openxmlformats.org/officeDocument/2006/relationships" rot="180" type="chevron" r:blip="">
                  <dgm:adjLst>
                    <dgm:adj idx="1" val="0.6231"/>
                  </dgm:adjLst>
                </dgm:shape>
              </dgm:else>
            </dgm:choose>
            <dgm:presOf/>
          </dgm:layoutNode>
          <dgm:layoutNode name="spChevron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  <dgm:choose name="Name31">
          <dgm:if name="Name32" axis="root ch" ptType="all node" func="cnt" op="equ" val="2">
            <dgm:layoutNode name="overlap">
              <dgm:alg type="sp"/>
              <dgm:shape xmlns:r="http://schemas.openxmlformats.org/officeDocument/2006/relationships" r:blip="">
                <dgm:adjLst/>
              </dgm:shape>
              <dgm:presOf/>
            </dgm:layoutNode>
            <dgm:layoutNode name="chevronComposite2" styleLbl="alignImgPlace1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l" for="ch" forName="chevron2"/>
                <dgm:constr type="t" for="ch" forName="chevron2" refType="h" fact="0.1923"/>
                <dgm:constr type="w" for="ch" forName="chevron2" refType="w"/>
                <dgm:constr type="b" for="ch" forName="chevron2" refType="h"/>
                <dgm:constr type="l" for="ch" forName="spChevron2"/>
                <dgm:constr type="t" for="ch" forName="spChevron2"/>
                <dgm:constr type="w" for="ch" forName="spChevron2" refType="w" fact="0.01"/>
                <dgm:constr type="h" for="ch" forName="spChevron2" refType="h" fact="0.01"/>
              </dgm:constrLst>
              <dgm:layoutNode name="chevron2">
                <dgm:alg type="sp"/>
                <dgm:choose name="Name33">
                  <dgm:if name="Name34" func="var" arg="dir" op="equ" val="norm">
                    <dgm:shape xmlns:r="http://schemas.openxmlformats.org/officeDocument/2006/relationships" type="chevron" r:blip="">
                      <dgm:adjLst>
                        <dgm:adj idx="1" val="0.6231"/>
                      </dgm:adjLst>
                    </dgm:shape>
                  </dgm:if>
                  <dgm:else name="Name35">
                    <dgm:shape xmlns:r="http://schemas.openxmlformats.org/officeDocument/2006/relationships" rot="180" type="chevron" r:blip="">
                      <dgm:adjLst>
                        <dgm:adj idx="1" val="0.6231"/>
                      </dgm:adjLst>
                    </dgm:shape>
                  </dgm:else>
                </dgm:choose>
                <dgm:presOf/>
              </dgm:layoutNode>
              <dgm:layoutNode name="spChevron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layoutNode>
          </dgm:if>
          <dgm:else name="Name36"/>
        </dgm:choos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3#1">
  <dgm:title val=""/>
  <dgm:desc val=""/>
  <dgm:catLst>
    <dgm:cat type="simple" pri="103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92DEBA-3395-4FBC-80BB-CDBD93FD7D50}" type="datetimeFigureOut">
              <a:rPr lang="zh-TW" altLang="en-US" smtClean="0"/>
              <a:t>2017/1/9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C5602F-11E7-4DBF-92F9-D9C95E3D69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66808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非功能性需求就可以打死一票人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C5602F-11E7-4DBF-92F9-D9C95E3D69D5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26151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>
      <p:bgPr>
        <a:blipFill dpi="0" rotWithShape="1">
          <a:blip r:embed="rId2" cstate="print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直角三角形 9"/>
          <p:cNvSpPr/>
          <p:nvPr/>
        </p:nvSpPr>
        <p:spPr>
          <a:xfrm>
            <a:off x="-1" y="3498110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標題 8"/>
          <p:cNvSpPr>
            <a:spLocks noGrp="1"/>
          </p:cNvSpPr>
          <p:nvPr>
            <p:ph type="ctrTitle"/>
          </p:nvPr>
        </p:nvSpPr>
        <p:spPr>
          <a:xfrm>
            <a:off x="1857356" y="1643056"/>
            <a:ext cx="6600844" cy="1043716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 dirty="0"/>
          </a:p>
        </p:txBody>
      </p:sp>
      <p:sp>
        <p:nvSpPr>
          <p:cNvPr id="17" name="副標題 16"/>
          <p:cNvSpPr>
            <a:spLocks noGrp="1"/>
          </p:cNvSpPr>
          <p:nvPr>
            <p:ph type="subTitle" idx="1"/>
          </p:nvPr>
        </p:nvSpPr>
        <p:spPr>
          <a:xfrm>
            <a:off x="1857356" y="2708705"/>
            <a:ext cx="6600844" cy="899778"/>
          </a:xfrm>
        </p:spPr>
        <p:txBody>
          <a:bodyPr lIns="45720" rIns="45720"/>
          <a:lstStyle>
            <a:lvl1pPr marL="0" marR="64135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 dirty="0"/>
          </a:p>
        </p:txBody>
      </p:sp>
      <p:sp>
        <p:nvSpPr>
          <p:cNvPr id="30" name="日期版面配置區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9BF1DFF-E04A-4724-9C91-C137D9CD277E}" type="datetimeFigureOut">
              <a:rPr lang="zh-TW" altLang="en-US" smtClean="0"/>
              <a:t>2017/1/9</a:t>
            </a:fld>
            <a:endParaRPr lang="zh-TW" altLang="en-US"/>
          </a:p>
        </p:txBody>
      </p:sp>
      <p:sp>
        <p:nvSpPr>
          <p:cNvPr id="19" name="頁尾版面配置區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876A7B3-7B97-4391-B1A4-4DD1AB434B3E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標題及物件">
    <p:bg>
      <p:bgPr>
        <a:blipFill dpi="0" rotWithShape="1">
          <a:blip r:embed="rId2" cstate="print">
            <a:lum/>
          </a:blip>
          <a:srcRect/>
          <a:stretch>
            <a:fillRect t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00034" y="1285866"/>
            <a:ext cx="8229600" cy="2818076"/>
          </a:xfrm>
        </p:spPr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7" name="標題 6"/>
          <p:cNvSpPr>
            <a:spLocks noGrp="1"/>
          </p:cNvSpPr>
          <p:nvPr>
            <p:ph type="title"/>
          </p:nvPr>
        </p:nvSpPr>
        <p:spPr>
          <a:xfrm>
            <a:off x="500034" y="285740"/>
            <a:ext cx="7786710" cy="857250"/>
          </a:xfrm>
        </p:spPr>
        <p:txBody>
          <a:bodyPr rtlCol="0"/>
          <a:lstStyle/>
          <a:p>
            <a:r>
              <a:rPr kumimoji="0" lang="zh-TW" altLang="en-US"/>
              <a:t>按一下以編輯母片標題樣式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bg>
      <p:bgPr>
        <a:gradFill>
          <a:gsLst>
            <a:gs pos="0">
              <a:schemeClr val="bg1">
                <a:tint val="55000"/>
                <a:satMod val="300000"/>
              </a:schemeClr>
            </a:gs>
            <a:gs pos="40000">
              <a:schemeClr val="bg1">
                <a:tint val="65000"/>
                <a:satMod val="300000"/>
              </a:schemeClr>
            </a:gs>
            <a:gs pos="100000">
              <a:schemeClr val="bg1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76" y="794784"/>
            <a:ext cx="7772400" cy="13716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922713" y="2198784"/>
            <a:ext cx="4572000" cy="1091166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F1DFF-E04A-4724-9C91-C137D9CD277E}" type="datetimeFigureOut">
              <a:rPr lang="zh-TW" altLang="en-US" smtClean="0"/>
              <a:t>2017/1/9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6A7B3-7B97-4391-B1A4-4DD1AB434B3E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＞形箭號 6"/>
          <p:cNvSpPr/>
          <p:nvPr/>
        </p:nvSpPr>
        <p:spPr>
          <a:xfrm>
            <a:off x="3636680" y="2254104"/>
            <a:ext cx="182880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＞形箭號 7"/>
          <p:cNvSpPr/>
          <p:nvPr/>
        </p:nvSpPr>
        <p:spPr>
          <a:xfrm>
            <a:off x="3450264" y="2254104"/>
            <a:ext cx="182880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pic>
        <p:nvPicPr>
          <p:cNvPr id="10" name="圖片 9" descr="版型一-02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 descr="版型一-02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785800"/>
            <a:ext cx="9144000" cy="4357700"/>
          </a:xfrm>
          <a:prstGeom prst="rect">
            <a:avLst/>
          </a:prstGeom>
        </p:spPr>
      </p:pic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110997"/>
            <a:ext cx="4038600" cy="317526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110997"/>
            <a:ext cx="4038600" cy="317526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F1DFF-E04A-4724-9C91-C137D9CD277E}" type="datetimeFigureOut">
              <a:rPr lang="zh-TW" altLang="en-US" smtClean="0"/>
              <a:t>2017/1/9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6A7B3-7B97-4391-B1A4-4DD1AB434B3E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標題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對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8229600" cy="8572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4057650"/>
            <a:ext cx="4040188" cy="5715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645027" y="4057650"/>
            <a:ext cx="4041775" cy="5715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457200" y="1083221"/>
            <a:ext cx="4040188" cy="2956322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083221"/>
            <a:ext cx="4041775" cy="2956322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F1DFF-E04A-4724-9C91-C137D9CD277E}" type="datetimeFigureOut">
              <a:rPr lang="zh-TW" altLang="en-US" smtClean="0"/>
              <a:t>2017/1/9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6A7B3-7B97-4391-B1A4-4DD1AB434B3E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 descr="版型一-02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F1DFF-E04A-4724-9C91-C137D9CD277E}" type="datetimeFigureOut">
              <a:rPr lang="zh-TW" altLang="en-US" smtClean="0"/>
              <a:t>2017/1/9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6A7B3-7B97-4391-B1A4-4DD1AB434B3E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版型一-02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F1DFF-E04A-4724-9C91-C137D9CD277E}" type="datetimeFigureOut">
              <a:rPr lang="zh-TW" altLang="en-US" smtClean="0"/>
              <a:t>2017/1/9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6A7B3-7B97-4391-B1A4-4DD1AB434B3E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 descr="版型一-03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00034" y="0"/>
            <a:ext cx="8818300" cy="5143500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000892" y="928676"/>
            <a:ext cx="1514460" cy="1143008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2214546" y="4016327"/>
            <a:ext cx="3974592" cy="6858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914400" y="205740"/>
            <a:ext cx="5300674" cy="372333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6727032" y="4805958"/>
            <a:ext cx="1920240" cy="274320"/>
          </a:xfrm>
        </p:spPr>
        <p:txBody>
          <a:bodyPr/>
          <a:lstStyle/>
          <a:p>
            <a:fld id="{99BF1DFF-E04A-4724-9C91-C137D9CD277E}" type="datetimeFigureOut">
              <a:rPr lang="zh-TW" altLang="en-US" smtClean="0"/>
              <a:t>2017/1/9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6A7B3-7B97-4391-B1A4-4DD1AB434B3E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圖片 13" descr="版型一-02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857238"/>
            <a:ext cx="9144000" cy="4286262"/>
          </a:xfrm>
          <a:prstGeom prst="rect">
            <a:avLst/>
          </a:prstGeom>
        </p:spPr>
      </p:pic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141232" y="4082552"/>
            <a:ext cx="7162800" cy="486174"/>
          </a:xfrm>
          <a:noFill/>
        </p:spPr>
        <p:txBody>
          <a:bodyPr lIns="91440" tIns="0" rIns="91440" anchor="t"/>
          <a:lstStyle>
            <a:lvl1pPr marL="0" marR="18415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28600" y="142476"/>
            <a:ext cx="8686800" cy="329184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9BF1DFF-E04A-4724-9C91-C137D9CD277E}" type="datetimeFigureOut">
              <a:rPr lang="zh-TW" altLang="en-US" smtClean="0"/>
              <a:t>2017/1/9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4380073" y="4805958"/>
            <a:ext cx="2350681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876A7B3-7B97-4391-B1A4-4DD1AB434B3E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28600" y="3648842"/>
            <a:ext cx="8075432" cy="422004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2" name="＞形箭號 11"/>
          <p:cNvSpPr/>
          <p:nvPr/>
        </p:nvSpPr>
        <p:spPr>
          <a:xfrm>
            <a:off x="8664112" y="3741330"/>
            <a:ext cx="182880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＞形箭號 12"/>
          <p:cNvSpPr/>
          <p:nvPr/>
        </p:nvSpPr>
        <p:spPr>
          <a:xfrm>
            <a:off x="8477696" y="3741330"/>
            <a:ext cx="182880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 descr="版型一-02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110997"/>
            <a:ext cx="8229600" cy="3103827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F1DFF-E04A-4724-9C91-C137D9CD277E}" type="datetimeFigureOut">
              <a:rPr lang="zh-TW" altLang="en-US" smtClean="0"/>
              <a:t>2017/1/9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6A7B3-7B97-4391-B1A4-4DD1AB434B3E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 descr="版型一-02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844013" y="205981"/>
            <a:ext cx="1777470" cy="4008844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1"/>
            <a:ext cx="6324600" cy="4008843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F1DFF-E04A-4724-9C91-C137D9CD277E}" type="datetimeFigureOut">
              <a:rPr lang="zh-TW" altLang="en-US" smtClean="0"/>
              <a:t>2017/1/9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6A7B3-7B97-4391-B1A4-4DD1AB434B3E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圖片 10" descr="版型一-02.png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571486"/>
            <a:ext cx="9144000" cy="4572014"/>
          </a:xfrm>
          <a:prstGeom prst="rect">
            <a:avLst/>
          </a:prstGeom>
        </p:spPr>
      </p:pic>
      <p:sp>
        <p:nvSpPr>
          <p:cNvPr id="9" name="標題版面配置區 8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0" name="文字版面配置區 29"/>
          <p:cNvSpPr>
            <a:spLocks noGrp="1"/>
          </p:cNvSpPr>
          <p:nvPr>
            <p:ph type="body" idx="1"/>
          </p:nvPr>
        </p:nvSpPr>
        <p:spPr>
          <a:xfrm>
            <a:off x="457200" y="1110997"/>
            <a:ext cx="8229600" cy="3175265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0" name="日期版面配置區 9"/>
          <p:cNvSpPr>
            <a:spLocks noGrp="1"/>
          </p:cNvSpPr>
          <p:nvPr>
            <p:ph type="dt" sz="half" idx="2"/>
          </p:nvPr>
        </p:nvSpPr>
        <p:spPr>
          <a:xfrm>
            <a:off x="6727032" y="4805958"/>
            <a:ext cx="1920240" cy="27432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fld id="{99BF1DFF-E04A-4724-9C91-C137D9CD277E}" type="datetimeFigureOut">
              <a:rPr lang="zh-TW" altLang="en-US" smtClean="0"/>
              <a:t>2017/1/9</a:t>
            </a:fld>
            <a:endParaRPr lang="zh-TW" altLang="en-US"/>
          </a:p>
        </p:txBody>
      </p:sp>
      <p:sp>
        <p:nvSpPr>
          <p:cNvPr id="22" name="頁尾版面配置區 21"/>
          <p:cNvSpPr>
            <a:spLocks noGrp="1"/>
          </p:cNvSpPr>
          <p:nvPr>
            <p:ph type="ftr" sz="quarter" idx="3"/>
          </p:nvPr>
        </p:nvSpPr>
        <p:spPr>
          <a:xfrm>
            <a:off x="4380073" y="4805958"/>
            <a:ext cx="2350681" cy="273844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18" name="投影片編號版面配置區 17"/>
          <p:cNvSpPr>
            <a:spLocks noGrp="1"/>
          </p:cNvSpPr>
          <p:nvPr>
            <p:ph type="sldNum" sz="quarter" idx="4"/>
          </p:nvPr>
        </p:nvSpPr>
        <p:spPr>
          <a:xfrm>
            <a:off x="8647272" y="4805958"/>
            <a:ext cx="365760" cy="273844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</a:lstStyle>
          <a:p>
            <a:fld id="{9876A7B3-7B97-4391-B1A4-4DD1AB434B3E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365760" indent="-255905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665" indent="-228600" algn="l" rtl="0" eaLnBrk="1" latinLnBrk="0" hangingPunct="1">
        <a:spcBef>
          <a:spcPts val="325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790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dotblogs.com.tw/clark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13" Type="http://schemas.openxmlformats.org/officeDocument/2006/relationships/diagramLayout" Target="../diagrams/layout6.xml"/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5.xml"/><Relationship Id="rId12" Type="http://schemas.openxmlformats.org/officeDocument/2006/relationships/diagramData" Target="../diagrams/data6.xml"/><Relationship Id="rId2" Type="http://schemas.openxmlformats.org/officeDocument/2006/relationships/diagramData" Target="../diagrams/data4.xml"/><Relationship Id="rId16" Type="http://schemas.microsoft.com/office/2007/relationships/diagramDrawing" Target="../diagrams/drawing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11" Type="http://schemas.microsoft.com/office/2007/relationships/diagramDrawing" Target="../diagrams/drawing5.xml"/><Relationship Id="rId5" Type="http://schemas.openxmlformats.org/officeDocument/2006/relationships/diagramColors" Target="../diagrams/colors4.xml"/><Relationship Id="rId15" Type="http://schemas.openxmlformats.org/officeDocument/2006/relationships/diagramColors" Target="../diagrams/colors6.xml"/><Relationship Id="rId10" Type="http://schemas.openxmlformats.org/officeDocument/2006/relationships/diagramColors" Target="../diagrams/colors5.xml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5.xml"/><Relationship Id="rId14" Type="http://schemas.openxmlformats.org/officeDocument/2006/relationships/diagramQuickStyle" Target="../diagrams/quickStyle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ruddyblog.wordpress.com/tag/%E4%BD%BF%E7%94%A8%E8%80%85%E6%95%85%E4%BA%8B%E5%B0%8D%E7%85%A7/" TargetMode="External"/><Relationship Id="rId2" Type="http://schemas.openxmlformats.org/officeDocument/2006/relationships/hyperlink" Target="http://www.books.com.tw/products/0010712916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/>
              <a:t>領域驅動設計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K.NET</a:t>
            </a:r>
            <a:r>
              <a:rPr lang="zh-TW" altLang="en-US" dirty="0"/>
              <a:t>講師 </a:t>
            </a:r>
            <a:r>
              <a:rPr lang="en-US" altLang="zh-TW" dirty="0"/>
              <a:t>Clark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sz="2400" dirty="0"/>
              <a:t>Microsoft MVP</a:t>
            </a:r>
          </a:p>
          <a:p>
            <a:r>
              <a:rPr lang="zh-TW" altLang="en-US" sz="2400" dirty="0"/>
              <a:t>部落格：昏睡領域</a:t>
            </a:r>
            <a:endParaRPr lang="en-US" altLang="zh-TW" sz="2400" dirty="0"/>
          </a:p>
          <a:p>
            <a:pPr marL="109855" indent="0">
              <a:buNone/>
            </a:pPr>
            <a:r>
              <a:rPr lang="zh-TW" altLang="en-US" sz="2400" dirty="0"/>
              <a:t>   </a:t>
            </a:r>
            <a:r>
              <a:rPr lang="en-US" altLang="zh-TW" sz="2000" dirty="0">
                <a:hlinkClick r:id="rId2"/>
              </a:rPr>
              <a:t>http://www.dotblogs.com.tw/clark/</a:t>
            </a:r>
            <a:endParaRPr lang="en-US" altLang="zh-TW" sz="2000" dirty="0"/>
          </a:p>
          <a:p>
            <a:r>
              <a:rPr lang="zh-TW" altLang="en-US" sz="2400" dirty="0"/>
              <a:t>技術專長：</a:t>
            </a:r>
          </a:p>
          <a:p>
            <a:pPr lvl="1"/>
            <a:r>
              <a:rPr lang="zh-TW" altLang="en-US" sz="2000" dirty="0">
                <a:latin typeface="+mn-ea"/>
              </a:rPr>
              <a:t>領域驅動設計流程</a:t>
            </a:r>
            <a:endParaRPr lang="en-US" altLang="zh-TW" sz="2000" dirty="0">
              <a:latin typeface="+mn-ea"/>
            </a:endParaRPr>
          </a:p>
          <a:p>
            <a:pPr lvl="1"/>
            <a:r>
              <a:rPr lang="zh-TW" altLang="en-US" sz="2000" dirty="0">
                <a:latin typeface="+mn-ea"/>
              </a:rPr>
              <a:t>系統架構分析設計</a:t>
            </a:r>
            <a:endParaRPr lang="en-US" altLang="zh-TW" sz="2000" dirty="0">
              <a:latin typeface="+mn-ea"/>
            </a:endParaRPr>
          </a:p>
          <a:p>
            <a:pPr lvl="1"/>
            <a:r>
              <a:rPr lang="zh-TW" altLang="en-US" sz="2000" dirty="0">
                <a:latin typeface="+mn-ea"/>
              </a:rPr>
              <a:t>軟體框架分析設計</a:t>
            </a:r>
            <a:endParaRPr lang="en-US" altLang="zh-TW" sz="2000" dirty="0">
              <a:latin typeface="+mn-ea"/>
            </a:endParaRPr>
          </a:p>
          <a:p>
            <a:pPr lvl="1"/>
            <a:r>
              <a:rPr lang="zh-TW" altLang="en-US" sz="2000" dirty="0">
                <a:latin typeface="+mn-ea"/>
              </a:rPr>
              <a:t>軟韌硬體整合開發</a:t>
            </a:r>
            <a:endParaRPr lang="en-US" altLang="zh-TW" sz="2000" dirty="0">
              <a:latin typeface="+mn-ea"/>
            </a:endParaRPr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關於我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00034" y="1275606"/>
            <a:ext cx="8229601" cy="370027"/>
          </a:xfrm>
          <a:prstGeom prst="rect">
            <a:avLst/>
          </a:prstGeom>
          <a:solidFill>
            <a:srgbClr val="23B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500034" y="1285866"/>
            <a:ext cx="4071966" cy="2818076"/>
          </a:xfrm>
        </p:spPr>
        <p:txBody>
          <a:bodyPr>
            <a:normAutofit fontScale="92500" lnSpcReduction="10000"/>
          </a:bodyPr>
          <a:lstStyle/>
          <a:p>
            <a:r>
              <a:rPr lang="zh-TW" altLang="en-US" dirty="0">
                <a:solidFill>
                  <a:schemeClr val="bg1"/>
                </a:solidFill>
              </a:rPr>
              <a:t>問題</a:t>
            </a:r>
            <a:r>
              <a:rPr lang="zh-TW" altLang="en-US" dirty="0" smtClean="0">
                <a:solidFill>
                  <a:schemeClr val="bg1"/>
                </a:solidFill>
              </a:rPr>
              <a:t>情景</a:t>
            </a:r>
            <a:endParaRPr lang="en-US" altLang="zh-TW" dirty="0" smtClean="0">
              <a:solidFill>
                <a:schemeClr val="bg1"/>
              </a:solidFill>
            </a:endParaRPr>
          </a:p>
          <a:p>
            <a:r>
              <a:rPr lang="zh-TW" altLang="en-US" dirty="0"/>
              <a:t>解決</a:t>
            </a:r>
            <a:r>
              <a:rPr lang="zh-TW" altLang="en-US" dirty="0" smtClean="0"/>
              <a:t>方案</a:t>
            </a:r>
            <a:endParaRPr lang="zh-TW" altLang="en-US" dirty="0"/>
          </a:p>
          <a:p>
            <a:r>
              <a:rPr lang="zh-TW" altLang="en-US" dirty="0"/>
              <a:t>需求分析</a:t>
            </a:r>
          </a:p>
          <a:p>
            <a:r>
              <a:rPr lang="zh-TW" altLang="en-US" dirty="0"/>
              <a:t>系統分析</a:t>
            </a:r>
          </a:p>
          <a:p>
            <a:r>
              <a:rPr lang="zh-TW" altLang="en-US" dirty="0"/>
              <a:t>系統設計</a:t>
            </a:r>
          </a:p>
          <a:p>
            <a:r>
              <a:rPr lang="zh-TW" altLang="en-US" dirty="0"/>
              <a:t>系統實作</a:t>
            </a:r>
          </a:p>
          <a:p>
            <a:r>
              <a:rPr lang="zh-TW" altLang="en-US" dirty="0"/>
              <a:t>持續回饋</a:t>
            </a:r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Agenda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62883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標準作業流程，專業並且精準</a:t>
            </a:r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大家以為的軟體開發</a:t>
            </a:r>
          </a:p>
        </p:txBody>
      </p:sp>
      <p:graphicFrame>
        <p:nvGraphicFramePr>
          <p:cNvPr id="4" name="資料庫圖表 3"/>
          <p:cNvGraphicFramePr/>
          <p:nvPr>
            <p:extLst>
              <p:ext uri="{D42A27DB-BD31-4B8C-83A1-F6EECF244321}">
                <p14:modId xmlns:p14="http://schemas.microsoft.com/office/powerpoint/2010/main" val="1423646745"/>
              </p:ext>
            </p:extLst>
          </p:nvPr>
        </p:nvGraphicFramePr>
        <p:xfrm>
          <a:off x="0" y="1707654"/>
          <a:ext cx="9108504" cy="23962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24436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500034" y="1285866"/>
            <a:ext cx="8229600" cy="565804"/>
          </a:xfrm>
        </p:spPr>
        <p:txBody>
          <a:bodyPr/>
          <a:lstStyle/>
          <a:p>
            <a:r>
              <a:rPr lang="zh-TW" altLang="en-US" dirty="0"/>
              <a:t>分析設計都假的、開發</a:t>
            </a:r>
            <a:r>
              <a:rPr lang="zh-TW" altLang="en-US" dirty="0" smtClean="0"/>
              <a:t>人員自行找尋出路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實際運作的軟體開發</a:t>
            </a:r>
          </a:p>
        </p:txBody>
      </p:sp>
      <p:sp>
        <p:nvSpPr>
          <p:cNvPr id="9" name="矩形 8"/>
          <p:cNvSpPr/>
          <p:nvPr/>
        </p:nvSpPr>
        <p:spPr>
          <a:xfrm>
            <a:off x="1367644" y="2139702"/>
            <a:ext cx="2088232" cy="237626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zh-TW" altLang="en-US" dirty="0" smtClean="0"/>
              <a:t>規格文件</a:t>
            </a:r>
            <a:endParaRPr lang="en-US" altLang="zh-TW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 smtClean="0"/>
              <a:t>Prototype</a:t>
            </a:r>
            <a:endParaRPr lang="en-US" altLang="zh-TW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DB Schema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Function List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....</a:t>
            </a:r>
            <a:endParaRPr lang="zh-TW" altLang="en-US" dirty="0"/>
          </a:p>
        </p:txBody>
      </p:sp>
      <p:sp>
        <p:nvSpPr>
          <p:cNvPr id="10" name="向右箭號 9"/>
          <p:cNvSpPr/>
          <p:nvPr/>
        </p:nvSpPr>
        <p:spPr>
          <a:xfrm>
            <a:off x="3707904" y="2535746"/>
            <a:ext cx="1440160" cy="1584176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2" name="橢圓 11"/>
          <p:cNvSpPr/>
          <p:nvPr/>
        </p:nvSpPr>
        <p:spPr>
          <a:xfrm>
            <a:off x="5328084" y="2139702"/>
            <a:ext cx="2448272" cy="2376264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2800" b="1" dirty="0" smtClean="0"/>
              <a:t>系統完成</a:t>
            </a:r>
            <a:endParaRPr lang="zh-TW" altLang="en-US" sz="2800" b="1" dirty="0"/>
          </a:p>
        </p:txBody>
      </p:sp>
      <p:sp>
        <p:nvSpPr>
          <p:cNvPr id="16" name="流程圖: 程序 15"/>
          <p:cNvSpPr/>
          <p:nvPr/>
        </p:nvSpPr>
        <p:spPr>
          <a:xfrm>
            <a:off x="2951116" y="1869672"/>
            <a:ext cx="1261549" cy="648072"/>
          </a:xfrm>
          <a:prstGeom prst="flowChartProcess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只有皮</a:t>
            </a:r>
            <a:endParaRPr lang="zh-TW" altLang="en-US" dirty="0"/>
          </a:p>
        </p:txBody>
      </p:sp>
      <p:sp>
        <p:nvSpPr>
          <p:cNvPr id="17" name="流程圖: 程序 16"/>
          <p:cNvSpPr/>
          <p:nvPr/>
        </p:nvSpPr>
        <p:spPr>
          <a:xfrm>
            <a:off x="3733563" y="3027252"/>
            <a:ext cx="1261549" cy="648072"/>
          </a:xfrm>
          <a:prstGeom prst="flowChartProcess">
            <a:avLst/>
          </a:prstGeom>
          <a:noFill/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dirty="0" smtClean="0">
                <a:solidFill>
                  <a:srgbClr val="FF0000"/>
                </a:solidFill>
              </a:rPr>
              <a:t>變魔術</a:t>
            </a:r>
            <a:r>
              <a:rPr lang="en-US" altLang="zh-TW" sz="2400" dirty="0" smtClean="0">
                <a:solidFill>
                  <a:srgbClr val="FF0000"/>
                </a:solidFill>
              </a:rPr>
              <a:t>?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9" name="流程圖: 程序 18"/>
          <p:cNvSpPr/>
          <p:nvPr/>
        </p:nvSpPr>
        <p:spPr>
          <a:xfrm>
            <a:off x="6732240" y="1869672"/>
            <a:ext cx="1800464" cy="648072"/>
          </a:xfrm>
          <a:prstGeom prst="flowChartProcess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皮</a:t>
            </a:r>
            <a:r>
              <a:rPr lang="zh-TW" altLang="en-US" dirty="0"/>
              <a:t>、</a:t>
            </a:r>
            <a:r>
              <a:rPr lang="zh-TW" altLang="en-US" dirty="0" smtClean="0"/>
              <a:t>肉、骨、血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72745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/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2400" dirty="0" smtClean="0"/>
              <a:t>缺少</a:t>
            </a:r>
            <a:r>
              <a:rPr lang="zh-TW" altLang="en-US" sz="2400" b="1" dirty="0" smtClean="0">
                <a:solidFill>
                  <a:srgbClr val="FF0000"/>
                </a:solidFill>
              </a:rPr>
              <a:t>有效的</a:t>
            </a:r>
            <a:r>
              <a:rPr lang="zh-TW" altLang="en-US" sz="2400" dirty="0"/>
              <a:t>開發</a:t>
            </a:r>
            <a:r>
              <a:rPr lang="zh-TW" altLang="en-US" sz="2400" dirty="0" smtClean="0"/>
              <a:t>流程。在</a:t>
            </a:r>
            <a:r>
              <a:rPr lang="zh-TW" altLang="en-US" sz="2400" dirty="0"/>
              <a:t>各個開發</a:t>
            </a:r>
            <a:r>
              <a:rPr lang="zh-TW" altLang="en-US" sz="2400" dirty="0" smtClean="0"/>
              <a:t>階段，提供</a:t>
            </a:r>
            <a:r>
              <a:rPr lang="zh-TW" altLang="en-US" sz="2400" dirty="0"/>
              <a:t>指引與方針</a:t>
            </a:r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問題在哪邊</a:t>
            </a:r>
            <a:r>
              <a:rPr lang="en-US" altLang="zh-TW" dirty="0"/>
              <a:t>? - </a:t>
            </a:r>
            <a:r>
              <a:rPr lang="zh-TW" altLang="en-US" dirty="0"/>
              <a:t>缺少開發流程</a:t>
            </a:r>
          </a:p>
        </p:txBody>
      </p:sp>
      <p:graphicFrame>
        <p:nvGraphicFramePr>
          <p:cNvPr id="25" name="資料庫圖表 24"/>
          <p:cNvGraphicFramePr/>
          <p:nvPr>
            <p:extLst>
              <p:ext uri="{D42A27DB-BD31-4B8C-83A1-F6EECF244321}">
                <p14:modId xmlns:p14="http://schemas.microsoft.com/office/powerpoint/2010/main" val="2597278377"/>
              </p:ext>
            </p:extLst>
          </p:nvPr>
        </p:nvGraphicFramePr>
        <p:xfrm>
          <a:off x="0" y="1399598"/>
          <a:ext cx="9108504" cy="23962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6" name="矩形 25"/>
          <p:cNvSpPr/>
          <p:nvPr/>
        </p:nvSpPr>
        <p:spPr>
          <a:xfrm>
            <a:off x="500034" y="3745221"/>
            <a:ext cx="8104414" cy="93851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2400" b="1" dirty="0" smtClean="0"/>
              <a:t>開發流程</a:t>
            </a:r>
            <a:endParaRPr lang="zh-TW" altLang="en-US" sz="2400" b="1" dirty="0"/>
          </a:p>
        </p:txBody>
      </p:sp>
      <p:sp>
        <p:nvSpPr>
          <p:cNvPr id="30" name="向右箭號 29"/>
          <p:cNvSpPr/>
          <p:nvPr/>
        </p:nvSpPr>
        <p:spPr>
          <a:xfrm rot="16200000" flipV="1">
            <a:off x="791102" y="3020186"/>
            <a:ext cx="818712" cy="692922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b="1"/>
          </a:p>
        </p:txBody>
      </p:sp>
      <p:sp>
        <p:nvSpPr>
          <p:cNvPr id="34" name="向右箭號 33"/>
          <p:cNvSpPr/>
          <p:nvPr/>
        </p:nvSpPr>
        <p:spPr>
          <a:xfrm rot="16200000" flipV="1">
            <a:off x="3068945" y="3020187"/>
            <a:ext cx="818712" cy="692922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b="1"/>
          </a:p>
        </p:txBody>
      </p:sp>
      <p:sp>
        <p:nvSpPr>
          <p:cNvPr id="35" name="向右箭號 34"/>
          <p:cNvSpPr/>
          <p:nvPr/>
        </p:nvSpPr>
        <p:spPr>
          <a:xfrm rot="16200000" flipV="1">
            <a:off x="5304453" y="3020187"/>
            <a:ext cx="818712" cy="692922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b="1"/>
          </a:p>
        </p:txBody>
      </p:sp>
      <p:sp>
        <p:nvSpPr>
          <p:cNvPr id="36" name="向右箭號 35"/>
          <p:cNvSpPr/>
          <p:nvPr/>
        </p:nvSpPr>
        <p:spPr>
          <a:xfrm rot="16200000" flipV="1">
            <a:off x="7461433" y="3020187"/>
            <a:ext cx="818712" cy="692922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b="1"/>
          </a:p>
        </p:txBody>
      </p:sp>
    </p:spTree>
    <p:extLst>
      <p:ext uri="{BB962C8B-B14F-4D97-AF65-F5344CB8AC3E}">
        <p14:creationId xmlns:p14="http://schemas.microsoft.com/office/powerpoint/2010/main" val="3519794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2400" dirty="0" smtClean="0"/>
              <a:t>缺少</a:t>
            </a:r>
            <a:r>
              <a:rPr lang="zh-TW" altLang="en-US" sz="2400" b="1" dirty="0" smtClean="0">
                <a:solidFill>
                  <a:srgbClr val="FF0000"/>
                </a:solidFill>
              </a:rPr>
              <a:t>統一的</a:t>
            </a:r>
            <a:r>
              <a:rPr lang="zh-TW" altLang="en-US" sz="2400" dirty="0"/>
              <a:t>架構</a:t>
            </a:r>
            <a:r>
              <a:rPr lang="zh-TW" altLang="en-US" sz="2400" dirty="0" smtClean="0"/>
              <a:t>設計。</a:t>
            </a:r>
            <a:r>
              <a:rPr lang="zh-TW" altLang="en-US" sz="2400" smtClean="0"/>
              <a:t>架</a:t>
            </a:r>
            <a:r>
              <a:rPr lang="zh-TW" altLang="en-US" sz="2400"/>
              <a:t>構</a:t>
            </a:r>
            <a:r>
              <a:rPr lang="zh-TW" altLang="en-US" sz="2400" smtClean="0"/>
              <a:t>靠拼湊，</a:t>
            </a:r>
            <a:r>
              <a:rPr lang="zh-TW" altLang="en-US" sz="2400" dirty="0" smtClean="0"/>
              <a:t>難</a:t>
            </a:r>
            <a:r>
              <a:rPr lang="zh-TW" altLang="en-US" sz="2400" dirty="0"/>
              <a:t>以</a:t>
            </a:r>
            <a:r>
              <a:rPr lang="zh-TW" altLang="en-US" sz="2400" dirty="0" smtClean="0"/>
              <a:t>支持開發流程</a:t>
            </a:r>
            <a:endParaRPr lang="zh-TW" altLang="en-US" sz="2400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問題在哪邊</a:t>
            </a:r>
            <a:r>
              <a:rPr lang="en-US" altLang="zh-TW" dirty="0"/>
              <a:t>? - </a:t>
            </a:r>
            <a:r>
              <a:rPr lang="zh-TW" altLang="en-US" dirty="0"/>
              <a:t>缺少架構設計</a:t>
            </a:r>
          </a:p>
        </p:txBody>
      </p:sp>
      <p:sp>
        <p:nvSpPr>
          <p:cNvPr id="46" name="矩形 45"/>
          <p:cNvSpPr/>
          <p:nvPr/>
        </p:nvSpPr>
        <p:spPr>
          <a:xfrm>
            <a:off x="1799692" y="1851672"/>
            <a:ext cx="2012857" cy="32212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專案</a:t>
            </a:r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1799692" y="2310794"/>
            <a:ext cx="2012857" cy="32212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專案</a:t>
            </a:r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1799692" y="2769916"/>
            <a:ext cx="2012857" cy="32212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專案</a:t>
            </a:r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1799692" y="3229038"/>
            <a:ext cx="2012857" cy="32212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專案</a:t>
            </a:r>
            <a:r>
              <a:rPr lang="en-US" altLang="zh-TW" dirty="0"/>
              <a:t>D</a:t>
            </a:r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1799692" y="3688160"/>
            <a:ext cx="2012857" cy="32212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專案</a:t>
            </a:r>
            <a:r>
              <a:rPr lang="en-US" altLang="zh-TW" dirty="0"/>
              <a:t>E</a:t>
            </a:r>
            <a:endParaRPr lang="zh-TW" altLang="en-US" dirty="0"/>
          </a:p>
        </p:txBody>
      </p:sp>
      <p:sp>
        <p:nvSpPr>
          <p:cNvPr id="60" name="向右箭號 59"/>
          <p:cNvSpPr/>
          <p:nvPr/>
        </p:nvSpPr>
        <p:spPr>
          <a:xfrm>
            <a:off x="3896249" y="1851670"/>
            <a:ext cx="1339353" cy="368829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1" name="向右箭號 60"/>
          <p:cNvSpPr/>
          <p:nvPr/>
        </p:nvSpPr>
        <p:spPr>
          <a:xfrm>
            <a:off x="3896249" y="2302608"/>
            <a:ext cx="1339353" cy="368829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2" name="向右箭號 61"/>
          <p:cNvSpPr/>
          <p:nvPr/>
        </p:nvSpPr>
        <p:spPr>
          <a:xfrm>
            <a:off x="3896249" y="2753546"/>
            <a:ext cx="1339353" cy="368829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向右箭號 62"/>
          <p:cNvSpPr/>
          <p:nvPr/>
        </p:nvSpPr>
        <p:spPr>
          <a:xfrm>
            <a:off x="3896249" y="3204483"/>
            <a:ext cx="1339353" cy="368829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4" name="向右箭號 63"/>
          <p:cNvSpPr/>
          <p:nvPr/>
        </p:nvSpPr>
        <p:spPr>
          <a:xfrm>
            <a:off x="3896249" y="3655421"/>
            <a:ext cx="1339353" cy="368829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5" name="矩形 64"/>
          <p:cNvSpPr/>
          <p:nvPr/>
        </p:nvSpPr>
        <p:spPr>
          <a:xfrm>
            <a:off x="1799692" y="4147282"/>
            <a:ext cx="2012857" cy="32212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專案</a:t>
            </a:r>
            <a:r>
              <a:rPr lang="en-US" altLang="zh-TW" dirty="0"/>
              <a:t>D</a:t>
            </a:r>
            <a:endParaRPr lang="zh-TW" altLang="en-US" dirty="0"/>
          </a:p>
        </p:txBody>
      </p:sp>
      <p:sp>
        <p:nvSpPr>
          <p:cNvPr id="66" name="矩形 65"/>
          <p:cNvSpPr/>
          <p:nvPr/>
        </p:nvSpPr>
        <p:spPr>
          <a:xfrm>
            <a:off x="1799692" y="4606402"/>
            <a:ext cx="2012857" cy="32212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專案</a:t>
            </a:r>
            <a:r>
              <a:rPr lang="en-US" altLang="zh-TW" dirty="0"/>
              <a:t>E</a:t>
            </a:r>
            <a:endParaRPr lang="zh-TW" altLang="en-US" dirty="0"/>
          </a:p>
        </p:txBody>
      </p:sp>
      <p:sp>
        <p:nvSpPr>
          <p:cNvPr id="69" name="向右箭號 68"/>
          <p:cNvSpPr/>
          <p:nvPr/>
        </p:nvSpPr>
        <p:spPr>
          <a:xfrm>
            <a:off x="3896247" y="4106358"/>
            <a:ext cx="1339353" cy="368829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0" name="向右箭號 69"/>
          <p:cNvSpPr/>
          <p:nvPr/>
        </p:nvSpPr>
        <p:spPr>
          <a:xfrm>
            <a:off x="3896249" y="4557295"/>
            <a:ext cx="1339353" cy="368829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9" name="矩形 78"/>
          <p:cNvSpPr/>
          <p:nvPr/>
        </p:nvSpPr>
        <p:spPr>
          <a:xfrm>
            <a:off x="5319298" y="1851672"/>
            <a:ext cx="2012857" cy="32212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Web</a:t>
            </a:r>
            <a:r>
              <a:rPr lang="zh-TW" altLang="en-US" dirty="0" smtClean="0"/>
              <a:t>站台</a:t>
            </a:r>
            <a:r>
              <a:rPr lang="en-US" altLang="zh-TW" dirty="0" smtClean="0"/>
              <a:t>-1</a:t>
            </a:r>
            <a:endParaRPr lang="zh-TW" altLang="en-US" dirty="0"/>
          </a:p>
        </p:txBody>
      </p:sp>
      <p:sp>
        <p:nvSpPr>
          <p:cNvPr id="80" name="矩形 79"/>
          <p:cNvSpPr/>
          <p:nvPr/>
        </p:nvSpPr>
        <p:spPr>
          <a:xfrm>
            <a:off x="5319298" y="2310794"/>
            <a:ext cx="2012857" cy="32212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Web</a:t>
            </a:r>
            <a:r>
              <a:rPr lang="zh-TW" altLang="en-US" dirty="0" smtClean="0"/>
              <a:t>站台</a:t>
            </a:r>
            <a:r>
              <a:rPr lang="en-US" altLang="zh-TW" dirty="0" smtClean="0"/>
              <a:t>-2</a:t>
            </a:r>
            <a:endParaRPr lang="zh-TW" altLang="en-US" dirty="0"/>
          </a:p>
        </p:txBody>
      </p:sp>
      <p:sp>
        <p:nvSpPr>
          <p:cNvPr id="81" name="矩形 80"/>
          <p:cNvSpPr/>
          <p:nvPr/>
        </p:nvSpPr>
        <p:spPr>
          <a:xfrm>
            <a:off x="5319298" y="2769916"/>
            <a:ext cx="2012857" cy="32212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Web</a:t>
            </a:r>
            <a:r>
              <a:rPr lang="zh-TW" altLang="en-US" dirty="0"/>
              <a:t>站台</a:t>
            </a:r>
            <a:r>
              <a:rPr lang="en-US" altLang="zh-TW" dirty="0" smtClean="0"/>
              <a:t>-3</a:t>
            </a:r>
            <a:endParaRPr lang="zh-TW" altLang="en-US" dirty="0"/>
          </a:p>
        </p:txBody>
      </p:sp>
      <p:sp>
        <p:nvSpPr>
          <p:cNvPr id="82" name="矩形 81"/>
          <p:cNvSpPr/>
          <p:nvPr/>
        </p:nvSpPr>
        <p:spPr>
          <a:xfrm>
            <a:off x="5319298" y="3229038"/>
            <a:ext cx="2012857" cy="32212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移動</a:t>
            </a:r>
            <a:r>
              <a:rPr lang="en-US" altLang="zh-TW" dirty="0" smtClean="0"/>
              <a:t>APP-1</a:t>
            </a:r>
            <a:endParaRPr lang="zh-TW" altLang="en-US" dirty="0"/>
          </a:p>
        </p:txBody>
      </p:sp>
      <p:sp>
        <p:nvSpPr>
          <p:cNvPr id="83" name="矩形 82"/>
          <p:cNvSpPr/>
          <p:nvPr/>
        </p:nvSpPr>
        <p:spPr>
          <a:xfrm>
            <a:off x="5319298" y="3688160"/>
            <a:ext cx="2012857" cy="32212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移動</a:t>
            </a:r>
            <a:r>
              <a:rPr lang="en-US" altLang="zh-TW" dirty="0" smtClean="0"/>
              <a:t>APP-2</a:t>
            </a:r>
            <a:endParaRPr lang="zh-TW" altLang="en-US" dirty="0"/>
          </a:p>
        </p:txBody>
      </p:sp>
      <p:sp>
        <p:nvSpPr>
          <p:cNvPr id="84" name="矩形 83"/>
          <p:cNvSpPr/>
          <p:nvPr/>
        </p:nvSpPr>
        <p:spPr>
          <a:xfrm>
            <a:off x="5319298" y="4147282"/>
            <a:ext cx="2012857" cy="32212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桌面</a:t>
            </a:r>
            <a:r>
              <a:rPr lang="en-US" altLang="zh-TW" dirty="0" smtClean="0"/>
              <a:t>EXE-1</a:t>
            </a:r>
            <a:endParaRPr lang="zh-TW" altLang="en-US" dirty="0"/>
          </a:p>
        </p:txBody>
      </p:sp>
      <p:sp>
        <p:nvSpPr>
          <p:cNvPr id="85" name="矩形 84"/>
          <p:cNvSpPr/>
          <p:nvPr/>
        </p:nvSpPr>
        <p:spPr>
          <a:xfrm>
            <a:off x="5319298" y="4606402"/>
            <a:ext cx="2012857" cy="32212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桌面</a:t>
            </a:r>
            <a:r>
              <a:rPr lang="en-US" altLang="zh-TW" dirty="0" smtClean="0"/>
              <a:t>EXE-2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27224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94900" y="1635647"/>
            <a:ext cx="8229601" cy="432048"/>
          </a:xfrm>
          <a:prstGeom prst="rect">
            <a:avLst/>
          </a:prstGeom>
          <a:solidFill>
            <a:srgbClr val="23B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500034" y="1285866"/>
            <a:ext cx="4071966" cy="2818076"/>
          </a:xfrm>
        </p:spPr>
        <p:txBody>
          <a:bodyPr>
            <a:normAutofit fontScale="92500" lnSpcReduction="10000"/>
          </a:bodyPr>
          <a:lstStyle/>
          <a:p>
            <a:r>
              <a:rPr lang="zh-TW" altLang="en-US" dirty="0"/>
              <a:t>問題</a:t>
            </a:r>
            <a:r>
              <a:rPr lang="zh-TW" altLang="en-US" dirty="0" smtClean="0"/>
              <a:t>情景</a:t>
            </a:r>
            <a:endParaRPr lang="en-US" altLang="zh-TW" dirty="0" smtClean="0"/>
          </a:p>
          <a:p>
            <a:r>
              <a:rPr lang="zh-TW" altLang="en-US" dirty="0">
                <a:solidFill>
                  <a:schemeClr val="bg1"/>
                </a:solidFill>
              </a:rPr>
              <a:t>解決</a:t>
            </a:r>
            <a:r>
              <a:rPr lang="zh-TW" altLang="en-US" dirty="0" smtClean="0">
                <a:solidFill>
                  <a:schemeClr val="bg1"/>
                </a:solidFill>
              </a:rPr>
              <a:t>方案</a:t>
            </a:r>
            <a:endParaRPr lang="zh-TW" altLang="en-US" dirty="0">
              <a:solidFill>
                <a:schemeClr val="bg1"/>
              </a:solidFill>
            </a:endParaRPr>
          </a:p>
          <a:p>
            <a:r>
              <a:rPr lang="zh-TW" altLang="en-US" dirty="0"/>
              <a:t>需求分析</a:t>
            </a:r>
          </a:p>
          <a:p>
            <a:r>
              <a:rPr lang="zh-TW" altLang="en-US" dirty="0"/>
              <a:t>系統分析</a:t>
            </a:r>
          </a:p>
          <a:p>
            <a:r>
              <a:rPr lang="zh-TW" altLang="en-US" dirty="0"/>
              <a:t>系統設計</a:t>
            </a:r>
          </a:p>
          <a:p>
            <a:r>
              <a:rPr lang="zh-TW" altLang="en-US" dirty="0"/>
              <a:t>系統實作</a:t>
            </a:r>
          </a:p>
          <a:p>
            <a:r>
              <a:rPr lang="zh-TW" altLang="en-US" dirty="0"/>
              <a:t>持續回饋</a:t>
            </a:r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Agenda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60450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2400" dirty="0" smtClean="0"/>
              <a:t>建立</a:t>
            </a:r>
            <a:r>
              <a:rPr lang="zh-TW" altLang="en-US" sz="2400" b="1" dirty="0" smtClean="0">
                <a:solidFill>
                  <a:srgbClr val="FF0000"/>
                </a:solidFill>
              </a:rPr>
              <a:t>有效的開發流程</a:t>
            </a:r>
            <a:r>
              <a:rPr lang="zh-TW" altLang="en-US" sz="2400" dirty="0"/>
              <a:t>。</a:t>
            </a:r>
            <a:r>
              <a:rPr lang="zh-TW" altLang="en-US" sz="2400" dirty="0" smtClean="0"/>
              <a:t>在</a:t>
            </a:r>
            <a:r>
              <a:rPr lang="zh-TW" altLang="en-US" sz="2400" dirty="0"/>
              <a:t>各個開發階段，提供指引與方針</a:t>
            </a:r>
          </a:p>
          <a:p>
            <a:endParaRPr lang="zh-TW" altLang="en-US" sz="2400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領域驅動設計</a:t>
            </a:r>
          </a:p>
        </p:txBody>
      </p:sp>
      <p:graphicFrame>
        <p:nvGraphicFramePr>
          <p:cNvPr id="29" name="資料庫圖表 28"/>
          <p:cNvGraphicFramePr/>
          <p:nvPr>
            <p:extLst>
              <p:ext uri="{D42A27DB-BD31-4B8C-83A1-F6EECF244321}">
                <p14:modId xmlns:p14="http://schemas.microsoft.com/office/powerpoint/2010/main" val="99904616"/>
              </p:ext>
            </p:extLst>
          </p:nvPr>
        </p:nvGraphicFramePr>
        <p:xfrm>
          <a:off x="0" y="1399598"/>
          <a:ext cx="9108504" cy="23962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0" name="矩形 29"/>
          <p:cNvSpPr/>
          <p:nvPr/>
        </p:nvSpPr>
        <p:spPr>
          <a:xfrm>
            <a:off x="500034" y="3745221"/>
            <a:ext cx="8104414" cy="93851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&lt;</a:t>
            </a:r>
            <a:r>
              <a:rPr lang="zh-TW" altLang="en-US" dirty="0" smtClean="0"/>
              <a:t>開發流程</a:t>
            </a:r>
            <a:r>
              <a:rPr lang="en-US" altLang="zh-TW" dirty="0" smtClean="0"/>
              <a:t>&gt;</a:t>
            </a:r>
          </a:p>
          <a:p>
            <a:pPr algn="ctr"/>
            <a:r>
              <a:rPr lang="zh-TW" altLang="en-US" sz="2400" b="1" dirty="0" smtClean="0"/>
              <a:t>領域驅動設計</a:t>
            </a:r>
            <a:endParaRPr lang="zh-TW" altLang="en-US" sz="2400" b="1" dirty="0"/>
          </a:p>
        </p:txBody>
      </p:sp>
      <p:sp>
        <p:nvSpPr>
          <p:cNvPr id="31" name="向右箭號 30"/>
          <p:cNvSpPr/>
          <p:nvPr/>
        </p:nvSpPr>
        <p:spPr>
          <a:xfrm rot="16200000" flipV="1">
            <a:off x="791102" y="3020186"/>
            <a:ext cx="818712" cy="692922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b="1"/>
          </a:p>
        </p:txBody>
      </p:sp>
      <p:sp>
        <p:nvSpPr>
          <p:cNvPr id="32" name="向右箭號 31"/>
          <p:cNvSpPr/>
          <p:nvPr/>
        </p:nvSpPr>
        <p:spPr>
          <a:xfrm rot="16200000" flipV="1">
            <a:off x="3068945" y="3020187"/>
            <a:ext cx="818712" cy="692922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b="1"/>
          </a:p>
        </p:txBody>
      </p:sp>
      <p:sp>
        <p:nvSpPr>
          <p:cNvPr id="33" name="向右箭號 32"/>
          <p:cNvSpPr/>
          <p:nvPr/>
        </p:nvSpPr>
        <p:spPr>
          <a:xfrm rot="16200000" flipV="1">
            <a:off x="5304453" y="3020187"/>
            <a:ext cx="818712" cy="692922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b="1"/>
          </a:p>
        </p:txBody>
      </p:sp>
      <p:sp>
        <p:nvSpPr>
          <p:cNvPr id="34" name="向右箭號 33"/>
          <p:cNvSpPr/>
          <p:nvPr/>
        </p:nvSpPr>
        <p:spPr>
          <a:xfrm rot="16200000" flipV="1">
            <a:off x="7461433" y="3020187"/>
            <a:ext cx="818712" cy="692922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b="1"/>
          </a:p>
        </p:txBody>
      </p:sp>
    </p:spTree>
    <p:extLst>
      <p:ext uri="{BB962C8B-B14F-4D97-AF65-F5344CB8AC3E}">
        <p14:creationId xmlns:p14="http://schemas.microsoft.com/office/powerpoint/2010/main" val="3130494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179512" y="1285866"/>
            <a:ext cx="8784976" cy="493796"/>
          </a:xfrm>
        </p:spPr>
        <p:txBody>
          <a:bodyPr>
            <a:noAutofit/>
          </a:bodyPr>
          <a:lstStyle/>
          <a:p>
            <a:r>
              <a:rPr lang="zh-TW" altLang="en-US" sz="2400" dirty="0" smtClean="0"/>
              <a:t>建立</a:t>
            </a:r>
            <a:r>
              <a:rPr lang="zh-TW" altLang="en-US" sz="2400" b="1" dirty="0">
                <a:solidFill>
                  <a:srgbClr val="FF0000"/>
                </a:solidFill>
              </a:rPr>
              <a:t>核心</a:t>
            </a:r>
            <a:r>
              <a:rPr lang="zh-TW" altLang="en-US" sz="2400" b="1" dirty="0" smtClean="0">
                <a:solidFill>
                  <a:srgbClr val="FF0000"/>
                </a:solidFill>
              </a:rPr>
              <a:t>的</a:t>
            </a:r>
            <a:r>
              <a:rPr lang="zh-TW" altLang="en-US" sz="2400" b="1" dirty="0">
                <a:solidFill>
                  <a:srgbClr val="FF0000"/>
                </a:solidFill>
              </a:rPr>
              <a:t>架構</a:t>
            </a:r>
            <a:r>
              <a:rPr lang="zh-TW" altLang="en-US" sz="2400" b="1" dirty="0" smtClean="0">
                <a:solidFill>
                  <a:srgbClr val="FF0000"/>
                </a:solidFill>
              </a:rPr>
              <a:t>設計</a:t>
            </a:r>
            <a:r>
              <a:rPr lang="zh-TW" altLang="en-US" sz="2400" dirty="0" smtClean="0"/>
              <a:t>。架構靠累積，</a:t>
            </a:r>
            <a:r>
              <a:rPr lang="zh-TW" altLang="en-US" sz="2400" dirty="0"/>
              <a:t>用以支持開發</a:t>
            </a:r>
            <a:r>
              <a:rPr lang="zh-TW" altLang="en-US" sz="2400" dirty="0" smtClean="0"/>
              <a:t>流程</a:t>
            </a:r>
            <a:endParaRPr lang="zh-TW" altLang="en-US" sz="2400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三層式架構設計</a:t>
            </a:r>
          </a:p>
        </p:txBody>
      </p:sp>
      <p:grpSp>
        <p:nvGrpSpPr>
          <p:cNvPr id="36" name="群組 35"/>
          <p:cNvGrpSpPr/>
          <p:nvPr/>
        </p:nvGrpSpPr>
        <p:grpSpPr>
          <a:xfrm>
            <a:off x="1115616" y="1707654"/>
            <a:ext cx="6912768" cy="3240342"/>
            <a:chOff x="755576" y="1707654"/>
            <a:chExt cx="6912768" cy="3240342"/>
          </a:xfrm>
        </p:grpSpPr>
        <p:sp>
          <p:nvSpPr>
            <p:cNvPr id="9" name="矩形 8"/>
            <p:cNvSpPr/>
            <p:nvPr/>
          </p:nvSpPr>
          <p:spPr>
            <a:xfrm>
              <a:off x="755576" y="2491029"/>
              <a:ext cx="1512168" cy="584315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TW" altLang="en-US" dirty="0" smtClean="0">
                  <a:latin typeface="+mj-ea"/>
                  <a:ea typeface="+mj-ea"/>
                </a:rPr>
                <a:t>三層式架構</a:t>
              </a:r>
              <a:endParaRPr lang="zh-TW" altLang="en-US" dirty="0">
                <a:latin typeface="+mj-ea"/>
                <a:ea typeface="+mj-ea"/>
              </a:endParaRPr>
            </a:p>
          </p:txBody>
        </p:sp>
        <p:grpSp>
          <p:nvGrpSpPr>
            <p:cNvPr id="19" name="群組 18"/>
            <p:cNvGrpSpPr/>
            <p:nvPr/>
          </p:nvGrpSpPr>
          <p:grpSpPr>
            <a:xfrm>
              <a:off x="3455876" y="1707654"/>
              <a:ext cx="1512168" cy="2151064"/>
              <a:chOff x="2771800" y="1893521"/>
              <a:chExt cx="1512168" cy="2151064"/>
            </a:xfrm>
          </p:grpSpPr>
          <p:sp>
            <p:nvSpPr>
              <p:cNvPr id="10" name="矩形 9"/>
              <p:cNvSpPr/>
              <p:nvPr/>
            </p:nvSpPr>
            <p:spPr>
              <a:xfrm>
                <a:off x="2771800" y="1893521"/>
                <a:ext cx="1512168" cy="60120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 smtClean="0">
                    <a:latin typeface="+mj-ea"/>
                    <a:ea typeface="+mj-ea"/>
                  </a:rPr>
                  <a:t>&lt;</a:t>
                </a:r>
                <a:r>
                  <a:rPr lang="zh-TW" altLang="en-US" sz="1200" dirty="0" smtClean="0">
                    <a:latin typeface="+mj-ea"/>
                    <a:ea typeface="+mj-ea"/>
                  </a:rPr>
                  <a:t>三層</a:t>
                </a:r>
                <a:r>
                  <a:rPr lang="zh-TW" altLang="en-US" sz="1200" dirty="0">
                    <a:latin typeface="+mj-ea"/>
                    <a:ea typeface="+mj-ea"/>
                  </a:rPr>
                  <a:t>式</a:t>
                </a:r>
                <a:r>
                  <a:rPr lang="zh-TW" altLang="en-US" sz="1200" dirty="0" smtClean="0">
                    <a:latin typeface="+mj-ea"/>
                    <a:ea typeface="+mj-ea"/>
                  </a:rPr>
                  <a:t>架構</a:t>
                </a:r>
                <a:r>
                  <a:rPr lang="en-US" altLang="zh-TW" sz="1200" dirty="0" smtClean="0">
                    <a:latin typeface="+mj-ea"/>
                    <a:ea typeface="+mj-ea"/>
                  </a:rPr>
                  <a:t>&gt;</a:t>
                </a:r>
              </a:p>
              <a:p>
                <a:pPr algn="ctr"/>
                <a:r>
                  <a:rPr lang="en-US" altLang="zh-TW" dirty="0" smtClean="0">
                    <a:latin typeface="+mj-ea"/>
                    <a:ea typeface="+mj-ea"/>
                  </a:rPr>
                  <a:t>Web</a:t>
                </a:r>
                <a:r>
                  <a:rPr lang="zh-TW" altLang="en-US" dirty="0" smtClean="0">
                    <a:latin typeface="+mj-ea"/>
                    <a:ea typeface="+mj-ea"/>
                  </a:rPr>
                  <a:t>站台</a:t>
                </a:r>
                <a:endParaRPr lang="en-US" altLang="zh-TW" dirty="0" smtClean="0">
                  <a:latin typeface="+mj-ea"/>
                  <a:ea typeface="+mj-ea"/>
                </a:endParaRPr>
              </a:p>
            </p:txBody>
          </p:sp>
          <p:sp>
            <p:nvSpPr>
              <p:cNvPr id="11" name="矩形 10"/>
              <p:cNvSpPr/>
              <p:nvPr/>
            </p:nvSpPr>
            <p:spPr>
              <a:xfrm>
                <a:off x="2771800" y="2631829"/>
                <a:ext cx="1512168" cy="60120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>
                    <a:latin typeface="+mj-ea"/>
                  </a:rPr>
                  <a:t>&lt;</a:t>
                </a:r>
                <a:r>
                  <a:rPr lang="zh-TW" altLang="en-US" sz="1200" dirty="0">
                    <a:latin typeface="+mj-ea"/>
                  </a:rPr>
                  <a:t>三層式架構</a:t>
                </a:r>
                <a:r>
                  <a:rPr lang="en-US" altLang="zh-TW" sz="1200" dirty="0">
                    <a:latin typeface="+mj-ea"/>
                  </a:rPr>
                  <a:t>&gt;</a:t>
                </a:r>
              </a:p>
              <a:p>
                <a:pPr algn="ctr"/>
                <a:r>
                  <a:rPr lang="zh-TW" altLang="en-US" dirty="0" smtClean="0">
                    <a:latin typeface="+mj-ea"/>
                  </a:rPr>
                  <a:t>移動</a:t>
                </a:r>
                <a:r>
                  <a:rPr lang="en-US" altLang="zh-TW" dirty="0" smtClean="0">
                    <a:latin typeface="+mj-ea"/>
                  </a:rPr>
                  <a:t>APP</a:t>
                </a:r>
                <a:endParaRPr lang="en-US" altLang="zh-TW" dirty="0">
                  <a:latin typeface="+mj-ea"/>
                </a:endParaRPr>
              </a:p>
            </p:txBody>
          </p:sp>
          <p:sp>
            <p:nvSpPr>
              <p:cNvPr id="12" name="矩形 11"/>
              <p:cNvSpPr/>
              <p:nvPr/>
            </p:nvSpPr>
            <p:spPr>
              <a:xfrm>
                <a:off x="2771800" y="3443385"/>
                <a:ext cx="1512168" cy="60120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>
                    <a:latin typeface="+mj-ea"/>
                  </a:rPr>
                  <a:t>&lt;</a:t>
                </a:r>
                <a:r>
                  <a:rPr lang="zh-TW" altLang="en-US" sz="1200" dirty="0">
                    <a:latin typeface="+mj-ea"/>
                  </a:rPr>
                  <a:t>三層式架構</a:t>
                </a:r>
                <a:r>
                  <a:rPr lang="en-US" altLang="zh-TW" sz="1200" dirty="0">
                    <a:latin typeface="+mj-ea"/>
                  </a:rPr>
                  <a:t>&gt;</a:t>
                </a:r>
              </a:p>
              <a:p>
                <a:pPr algn="ctr"/>
                <a:r>
                  <a:rPr lang="zh-TW" altLang="en-US" dirty="0" smtClean="0">
                    <a:latin typeface="+mj-ea"/>
                    <a:ea typeface="+mj-ea"/>
                  </a:rPr>
                  <a:t>桌面</a:t>
                </a:r>
                <a:r>
                  <a:rPr lang="en-US" altLang="zh-TW" dirty="0" smtClean="0">
                    <a:latin typeface="+mj-ea"/>
                    <a:ea typeface="+mj-ea"/>
                  </a:rPr>
                  <a:t>EXE</a:t>
                </a:r>
                <a:endParaRPr lang="zh-TW" altLang="en-US" dirty="0">
                  <a:latin typeface="+mj-ea"/>
                  <a:ea typeface="+mj-ea"/>
                </a:endParaRPr>
              </a:p>
            </p:txBody>
          </p:sp>
        </p:grpSp>
        <p:grpSp>
          <p:nvGrpSpPr>
            <p:cNvPr id="18" name="群組 17"/>
            <p:cNvGrpSpPr/>
            <p:nvPr/>
          </p:nvGrpSpPr>
          <p:grpSpPr>
            <a:xfrm>
              <a:off x="6156176" y="1707655"/>
              <a:ext cx="1512168" cy="2151063"/>
              <a:chOff x="4777095" y="1893522"/>
              <a:chExt cx="1512168" cy="2124772"/>
            </a:xfrm>
          </p:grpSpPr>
          <p:sp>
            <p:nvSpPr>
              <p:cNvPr id="13" name="矩形 12"/>
              <p:cNvSpPr/>
              <p:nvPr/>
            </p:nvSpPr>
            <p:spPr>
              <a:xfrm>
                <a:off x="4777095" y="1893522"/>
                <a:ext cx="1512168" cy="318188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TW" altLang="en-US" dirty="0" smtClean="0">
                    <a:latin typeface="+mj-ea"/>
                    <a:ea typeface="+mj-ea"/>
                  </a:rPr>
                  <a:t>專案</a:t>
                </a:r>
                <a:r>
                  <a:rPr lang="en-US" altLang="zh-TW" dirty="0" smtClean="0">
                    <a:latin typeface="+mj-ea"/>
                    <a:ea typeface="+mj-ea"/>
                  </a:rPr>
                  <a:t>A</a:t>
                </a:r>
                <a:endParaRPr lang="zh-TW" altLang="en-US" dirty="0">
                  <a:latin typeface="+mj-ea"/>
                  <a:ea typeface="+mj-ea"/>
                </a:endParaRPr>
              </a:p>
            </p:txBody>
          </p:sp>
          <p:sp>
            <p:nvSpPr>
              <p:cNvPr id="14" name="矩形 13"/>
              <p:cNvSpPr/>
              <p:nvPr/>
            </p:nvSpPr>
            <p:spPr>
              <a:xfrm>
                <a:off x="4777095" y="2345168"/>
                <a:ext cx="1512168" cy="318188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TW" altLang="en-US" dirty="0" smtClean="0">
                    <a:latin typeface="+mj-ea"/>
                    <a:ea typeface="+mj-ea"/>
                  </a:rPr>
                  <a:t>專案</a:t>
                </a:r>
                <a:r>
                  <a:rPr lang="en-US" altLang="zh-TW" dirty="0">
                    <a:latin typeface="+mj-ea"/>
                    <a:ea typeface="+mj-ea"/>
                  </a:rPr>
                  <a:t>B</a:t>
                </a:r>
                <a:endParaRPr lang="zh-TW" altLang="en-US" dirty="0">
                  <a:latin typeface="+mj-ea"/>
                  <a:ea typeface="+mj-ea"/>
                </a:endParaRPr>
              </a:p>
            </p:txBody>
          </p:sp>
          <p:sp>
            <p:nvSpPr>
              <p:cNvPr id="15" name="矩形 14"/>
              <p:cNvSpPr/>
              <p:nvPr/>
            </p:nvSpPr>
            <p:spPr>
              <a:xfrm>
                <a:off x="4777095" y="2796814"/>
                <a:ext cx="1512168" cy="318188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TW" altLang="en-US" dirty="0" smtClean="0">
                    <a:latin typeface="+mj-ea"/>
                    <a:ea typeface="+mj-ea"/>
                  </a:rPr>
                  <a:t>專案</a:t>
                </a:r>
                <a:r>
                  <a:rPr lang="en-US" altLang="zh-TW" dirty="0">
                    <a:latin typeface="+mj-ea"/>
                    <a:ea typeface="+mj-ea"/>
                  </a:rPr>
                  <a:t>C</a:t>
                </a:r>
                <a:endParaRPr lang="zh-TW" altLang="en-US" dirty="0">
                  <a:latin typeface="+mj-ea"/>
                  <a:ea typeface="+mj-ea"/>
                </a:endParaRPr>
              </a:p>
            </p:txBody>
          </p:sp>
          <p:sp>
            <p:nvSpPr>
              <p:cNvPr id="16" name="矩形 15"/>
              <p:cNvSpPr/>
              <p:nvPr/>
            </p:nvSpPr>
            <p:spPr>
              <a:xfrm>
                <a:off x="4777095" y="3248460"/>
                <a:ext cx="1512168" cy="318188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TW" altLang="en-US" dirty="0" smtClean="0">
                    <a:latin typeface="+mj-ea"/>
                    <a:ea typeface="+mj-ea"/>
                  </a:rPr>
                  <a:t>專案</a:t>
                </a:r>
                <a:r>
                  <a:rPr lang="en-US" altLang="zh-TW" dirty="0">
                    <a:latin typeface="+mj-ea"/>
                    <a:ea typeface="+mj-ea"/>
                  </a:rPr>
                  <a:t>D</a:t>
                </a:r>
                <a:endParaRPr lang="zh-TW" altLang="en-US" dirty="0">
                  <a:latin typeface="+mj-ea"/>
                  <a:ea typeface="+mj-ea"/>
                </a:endParaRPr>
              </a:p>
            </p:txBody>
          </p:sp>
          <p:sp>
            <p:nvSpPr>
              <p:cNvPr id="17" name="矩形 16"/>
              <p:cNvSpPr/>
              <p:nvPr/>
            </p:nvSpPr>
            <p:spPr>
              <a:xfrm>
                <a:off x="4777095" y="3700106"/>
                <a:ext cx="1512168" cy="318188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TW" altLang="en-US" dirty="0" smtClean="0">
                    <a:latin typeface="+mj-ea"/>
                    <a:ea typeface="+mj-ea"/>
                  </a:rPr>
                  <a:t>專案</a:t>
                </a:r>
                <a:r>
                  <a:rPr lang="en-US" altLang="zh-TW" dirty="0">
                    <a:latin typeface="+mj-ea"/>
                    <a:ea typeface="+mj-ea"/>
                  </a:rPr>
                  <a:t>E</a:t>
                </a:r>
                <a:endParaRPr lang="zh-TW" altLang="en-US" dirty="0">
                  <a:latin typeface="+mj-ea"/>
                  <a:ea typeface="+mj-ea"/>
                </a:endParaRPr>
              </a:p>
            </p:txBody>
          </p:sp>
        </p:grpSp>
        <p:sp>
          <p:nvSpPr>
            <p:cNvPr id="20" name="向右箭號 19"/>
            <p:cNvSpPr/>
            <p:nvPr/>
          </p:nvSpPr>
          <p:spPr>
            <a:xfrm rot="20636292">
              <a:off x="2358713" y="1980474"/>
              <a:ext cx="1006195" cy="368829"/>
            </a:xfrm>
            <a:prstGeom prst="rightArrow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+mj-ea"/>
                <a:ea typeface="+mj-ea"/>
              </a:endParaRPr>
            </a:p>
          </p:txBody>
        </p:sp>
        <p:sp>
          <p:nvSpPr>
            <p:cNvPr id="21" name="向右箭號 20"/>
            <p:cNvSpPr/>
            <p:nvPr/>
          </p:nvSpPr>
          <p:spPr>
            <a:xfrm>
              <a:off x="2358712" y="2562147"/>
              <a:ext cx="1006195" cy="368829"/>
            </a:xfrm>
            <a:prstGeom prst="rightArrow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+mj-ea"/>
                <a:ea typeface="+mj-ea"/>
              </a:endParaRPr>
            </a:p>
          </p:txBody>
        </p:sp>
        <p:sp>
          <p:nvSpPr>
            <p:cNvPr id="22" name="向右箭號 21"/>
            <p:cNvSpPr/>
            <p:nvPr/>
          </p:nvSpPr>
          <p:spPr>
            <a:xfrm rot="1515345">
              <a:off x="2298336" y="3159338"/>
              <a:ext cx="1006195" cy="368829"/>
            </a:xfrm>
            <a:prstGeom prst="rightArrow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+mj-ea"/>
                <a:ea typeface="+mj-ea"/>
              </a:endParaRPr>
            </a:p>
          </p:txBody>
        </p:sp>
        <p:sp>
          <p:nvSpPr>
            <p:cNvPr id="23" name="向右箭號 22"/>
            <p:cNvSpPr/>
            <p:nvPr/>
          </p:nvSpPr>
          <p:spPr>
            <a:xfrm>
              <a:off x="5077973" y="1707654"/>
              <a:ext cx="1006195" cy="368829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+mj-ea"/>
                <a:ea typeface="+mj-ea"/>
              </a:endParaRPr>
            </a:p>
          </p:txBody>
        </p:sp>
        <p:sp>
          <p:nvSpPr>
            <p:cNvPr id="24" name="向右箭號 23"/>
            <p:cNvSpPr/>
            <p:nvPr/>
          </p:nvSpPr>
          <p:spPr>
            <a:xfrm>
              <a:off x="5077973" y="2141536"/>
              <a:ext cx="1006195" cy="368829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+mj-ea"/>
                <a:ea typeface="+mj-ea"/>
              </a:endParaRPr>
            </a:p>
          </p:txBody>
        </p:sp>
        <p:sp>
          <p:nvSpPr>
            <p:cNvPr id="25" name="向右箭號 24"/>
            <p:cNvSpPr/>
            <p:nvPr/>
          </p:nvSpPr>
          <p:spPr>
            <a:xfrm>
              <a:off x="5077973" y="2598771"/>
              <a:ext cx="1006195" cy="368829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+mj-ea"/>
                <a:ea typeface="+mj-ea"/>
              </a:endParaRPr>
            </a:p>
          </p:txBody>
        </p:sp>
        <p:sp>
          <p:nvSpPr>
            <p:cNvPr id="26" name="向右箭號 25"/>
            <p:cNvSpPr/>
            <p:nvPr/>
          </p:nvSpPr>
          <p:spPr>
            <a:xfrm>
              <a:off x="5077973" y="3073103"/>
              <a:ext cx="1006195" cy="368829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+mj-ea"/>
                <a:ea typeface="+mj-ea"/>
              </a:endParaRPr>
            </a:p>
          </p:txBody>
        </p:sp>
        <p:sp>
          <p:nvSpPr>
            <p:cNvPr id="27" name="向右箭號 26"/>
            <p:cNvSpPr/>
            <p:nvPr/>
          </p:nvSpPr>
          <p:spPr>
            <a:xfrm>
              <a:off x="5077973" y="3487487"/>
              <a:ext cx="1006195" cy="368829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+mj-ea"/>
                <a:ea typeface="+mj-ea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755576" y="4443958"/>
              <a:ext cx="6912768" cy="504038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TW" altLang="en-US" b="1" dirty="0">
                  <a:latin typeface="+mj-ea"/>
                  <a:ea typeface="+mj-ea"/>
                </a:rPr>
                <a:t>問題反饋</a:t>
              </a:r>
            </a:p>
          </p:txBody>
        </p:sp>
        <p:sp>
          <p:nvSpPr>
            <p:cNvPr id="31" name="向下箭號 30"/>
            <p:cNvSpPr/>
            <p:nvPr/>
          </p:nvSpPr>
          <p:spPr>
            <a:xfrm>
              <a:off x="6660232" y="3963372"/>
              <a:ext cx="504056" cy="587642"/>
            </a:xfrm>
            <a:prstGeom prst="downArrow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+mj-ea"/>
                <a:ea typeface="+mj-ea"/>
              </a:endParaRPr>
            </a:p>
          </p:txBody>
        </p:sp>
        <p:sp>
          <p:nvSpPr>
            <p:cNvPr id="32" name="向下箭號 31"/>
            <p:cNvSpPr/>
            <p:nvPr/>
          </p:nvSpPr>
          <p:spPr>
            <a:xfrm>
              <a:off x="4141361" y="3914766"/>
              <a:ext cx="504056" cy="587642"/>
            </a:xfrm>
            <a:prstGeom prst="downArrow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+mj-ea"/>
                <a:ea typeface="+mj-ea"/>
              </a:endParaRPr>
            </a:p>
          </p:txBody>
        </p:sp>
        <p:sp>
          <p:nvSpPr>
            <p:cNvPr id="33" name="向上箭號 32"/>
            <p:cNvSpPr/>
            <p:nvPr/>
          </p:nvSpPr>
          <p:spPr>
            <a:xfrm>
              <a:off x="1259632" y="3222470"/>
              <a:ext cx="576064" cy="1293496"/>
            </a:xfrm>
            <a:prstGeom prst="upArrow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+mj-ea"/>
                <a:ea typeface="+mj-ea"/>
              </a:endParaRPr>
            </a:p>
          </p:txBody>
        </p:sp>
        <p:sp>
          <p:nvSpPr>
            <p:cNvPr id="35" name="向下箭號 34"/>
            <p:cNvSpPr/>
            <p:nvPr/>
          </p:nvSpPr>
          <p:spPr>
            <a:xfrm rot="10800000">
              <a:off x="3637305" y="3885541"/>
              <a:ext cx="504056" cy="587642"/>
            </a:xfrm>
            <a:prstGeom prst="downArrow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91981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可複製、可累積的</a:t>
            </a:r>
            <a:r>
              <a:rPr lang="zh-TW" altLang="en-US" dirty="0"/>
              <a:t>知識，創造</a:t>
            </a:r>
            <a:r>
              <a:rPr lang="zh-TW" altLang="en-US" b="1" dirty="0">
                <a:solidFill>
                  <a:srgbClr val="FF0000"/>
                </a:solidFill>
              </a:rPr>
              <a:t>競爭力</a:t>
            </a:r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創造競爭力</a:t>
            </a:r>
          </a:p>
        </p:txBody>
      </p:sp>
      <p:graphicFrame>
        <p:nvGraphicFramePr>
          <p:cNvPr id="4" name="資料庫圖表 3"/>
          <p:cNvGraphicFramePr/>
          <p:nvPr>
            <p:extLst>
              <p:ext uri="{D42A27DB-BD31-4B8C-83A1-F6EECF244321}">
                <p14:modId xmlns:p14="http://schemas.microsoft.com/office/powerpoint/2010/main" val="3127342892"/>
              </p:ext>
            </p:extLst>
          </p:nvPr>
        </p:nvGraphicFramePr>
        <p:xfrm>
          <a:off x="323528" y="2067694"/>
          <a:ext cx="3336032" cy="26800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資料庫圖表 4"/>
          <p:cNvGraphicFramePr/>
          <p:nvPr>
            <p:extLst>
              <p:ext uri="{D42A27DB-BD31-4B8C-83A1-F6EECF244321}">
                <p14:modId xmlns:p14="http://schemas.microsoft.com/office/powerpoint/2010/main" val="3351675183"/>
              </p:ext>
            </p:extLst>
          </p:nvPr>
        </p:nvGraphicFramePr>
        <p:xfrm>
          <a:off x="3153769" y="2067694"/>
          <a:ext cx="3336032" cy="26800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6" name="資料庫圖表 5"/>
          <p:cNvGraphicFramePr/>
          <p:nvPr>
            <p:extLst>
              <p:ext uri="{D42A27DB-BD31-4B8C-83A1-F6EECF244321}">
                <p14:modId xmlns:p14="http://schemas.microsoft.com/office/powerpoint/2010/main" val="1628605147"/>
              </p:ext>
            </p:extLst>
          </p:nvPr>
        </p:nvGraphicFramePr>
        <p:xfrm>
          <a:off x="5984010" y="2067694"/>
          <a:ext cx="3336032" cy="26800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</p:spTree>
    <p:extLst>
      <p:ext uri="{BB962C8B-B14F-4D97-AF65-F5344CB8AC3E}">
        <p14:creationId xmlns:p14="http://schemas.microsoft.com/office/powerpoint/2010/main" val="1172875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00034" y="2057707"/>
            <a:ext cx="8229601" cy="370027"/>
          </a:xfrm>
          <a:prstGeom prst="rect">
            <a:avLst/>
          </a:prstGeom>
          <a:solidFill>
            <a:srgbClr val="23B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500034" y="1285866"/>
            <a:ext cx="4071966" cy="2818076"/>
          </a:xfrm>
        </p:spPr>
        <p:txBody>
          <a:bodyPr>
            <a:normAutofit fontScale="92500" lnSpcReduction="10000"/>
          </a:bodyPr>
          <a:lstStyle/>
          <a:p>
            <a:r>
              <a:rPr lang="zh-TW" altLang="en-US" dirty="0"/>
              <a:t>問題</a:t>
            </a:r>
            <a:r>
              <a:rPr lang="zh-TW" altLang="en-US" dirty="0" smtClean="0"/>
              <a:t>情景</a:t>
            </a:r>
            <a:endParaRPr lang="en-US" altLang="zh-TW" dirty="0" smtClean="0"/>
          </a:p>
          <a:p>
            <a:r>
              <a:rPr lang="zh-TW" altLang="en-US" dirty="0"/>
              <a:t>解決</a:t>
            </a:r>
            <a:r>
              <a:rPr lang="zh-TW" altLang="en-US" dirty="0" smtClean="0"/>
              <a:t>方案</a:t>
            </a:r>
            <a:endParaRPr lang="zh-TW" altLang="en-US" dirty="0"/>
          </a:p>
          <a:p>
            <a:r>
              <a:rPr lang="zh-TW" altLang="en-US" dirty="0">
                <a:solidFill>
                  <a:schemeClr val="bg1"/>
                </a:solidFill>
              </a:rPr>
              <a:t>需求分析</a:t>
            </a:r>
          </a:p>
          <a:p>
            <a:r>
              <a:rPr lang="zh-TW" altLang="en-US" dirty="0"/>
              <a:t>系統分析</a:t>
            </a:r>
          </a:p>
          <a:p>
            <a:r>
              <a:rPr lang="zh-TW" altLang="en-US" dirty="0"/>
              <a:t>系統設計</a:t>
            </a:r>
          </a:p>
          <a:p>
            <a:r>
              <a:rPr lang="zh-TW" altLang="en-US" dirty="0"/>
              <a:t>系統實作</a:t>
            </a:r>
          </a:p>
          <a:p>
            <a:r>
              <a:rPr lang="zh-TW" altLang="en-US" dirty="0"/>
              <a:t>持續回饋</a:t>
            </a:r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Agenda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48090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軟體，是領域問題的解決方案</a:t>
            </a:r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軟體的用途</a:t>
            </a:r>
          </a:p>
        </p:txBody>
      </p:sp>
      <p:grpSp>
        <p:nvGrpSpPr>
          <p:cNvPr id="8" name="群組 7"/>
          <p:cNvGrpSpPr/>
          <p:nvPr/>
        </p:nvGrpSpPr>
        <p:grpSpPr>
          <a:xfrm>
            <a:off x="548967" y="2295128"/>
            <a:ext cx="8046066" cy="1428750"/>
            <a:chOff x="683568" y="2295128"/>
            <a:chExt cx="8046066" cy="1428750"/>
          </a:xfrm>
        </p:grpSpPr>
        <p:pic>
          <p:nvPicPr>
            <p:cNvPr id="4" name="圖片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3568" y="2295128"/>
              <a:ext cx="1428750" cy="1428750"/>
            </a:xfrm>
            <a:prstGeom prst="rect">
              <a:avLst/>
            </a:prstGeom>
          </p:spPr>
        </p:pic>
        <p:pic>
          <p:nvPicPr>
            <p:cNvPr id="5" name="圖片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92515" y="2295128"/>
              <a:ext cx="1419225" cy="1428750"/>
            </a:xfrm>
            <a:prstGeom prst="rect">
              <a:avLst/>
            </a:prstGeom>
          </p:spPr>
        </p:pic>
        <p:pic>
          <p:nvPicPr>
            <p:cNvPr id="6" name="圖片 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91937" y="2295128"/>
              <a:ext cx="1428750" cy="1428750"/>
            </a:xfrm>
            <a:prstGeom prst="rect">
              <a:avLst/>
            </a:prstGeom>
          </p:spPr>
        </p:pic>
        <p:pic>
          <p:nvPicPr>
            <p:cNvPr id="7" name="圖片 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300884" y="2295128"/>
              <a:ext cx="1428750" cy="14287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89438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找出需求背後的問題，提供解決方案</a:t>
            </a:r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專業的服務</a:t>
            </a:r>
            <a:endParaRPr lang="zh-TW" altLang="en-US" dirty="0"/>
          </a:p>
        </p:txBody>
      </p:sp>
      <p:graphicFrame>
        <p:nvGraphicFramePr>
          <p:cNvPr id="5" name="資料庫圖表 4"/>
          <p:cNvGraphicFramePr/>
          <p:nvPr>
            <p:extLst>
              <p:ext uri="{D42A27DB-BD31-4B8C-83A1-F6EECF244321}">
                <p14:modId xmlns:p14="http://schemas.microsoft.com/office/powerpoint/2010/main" val="529817147"/>
              </p:ext>
            </p:extLst>
          </p:nvPr>
        </p:nvGraphicFramePr>
        <p:xfrm>
          <a:off x="881590" y="1152128"/>
          <a:ext cx="7380820" cy="42999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37194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2400" dirty="0"/>
              <a:t>全局</a:t>
            </a:r>
            <a:r>
              <a:rPr lang="zh-TW" altLang="en-US" sz="2400" dirty="0" smtClean="0"/>
              <a:t>瀏覽、拆</a:t>
            </a:r>
            <a:r>
              <a:rPr lang="zh-TW" altLang="en-US" sz="2400" dirty="0"/>
              <a:t>解並</a:t>
            </a:r>
            <a:r>
              <a:rPr lang="zh-TW" altLang="en-US" sz="2400" dirty="0" smtClean="0"/>
              <a:t>分類客戶的需求</a:t>
            </a:r>
            <a:r>
              <a:rPr lang="zh-TW" altLang="en-US" sz="2400" dirty="0"/>
              <a:t>情景</a:t>
            </a:r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使用者故事對照</a:t>
            </a:r>
          </a:p>
        </p:txBody>
      </p:sp>
      <p:sp>
        <p:nvSpPr>
          <p:cNvPr id="4" name="矩形 3"/>
          <p:cNvSpPr/>
          <p:nvPr/>
        </p:nvSpPr>
        <p:spPr>
          <a:xfrm>
            <a:off x="1262548" y="2365085"/>
            <a:ext cx="1152128" cy="4320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客戶帶位</a:t>
            </a:r>
          </a:p>
        </p:txBody>
      </p:sp>
      <p:sp>
        <p:nvSpPr>
          <p:cNvPr id="5" name="矩形 4"/>
          <p:cNvSpPr/>
          <p:nvPr/>
        </p:nvSpPr>
        <p:spPr>
          <a:xfrm>
            <a:off x="1259632" y="1801470"/>
            <a:ext cx="1157961" cy="43204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餐廳</a:t>
            </a:r>
            <a:r>
              <a:rPr lang="zh-TW" altLang="en-US" dirty="0" smtClean="0"/>
              <a:t>營運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2625596" y="2365085"/>
            <a:ext cx="1152128" cy="4320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客戶點餐</a:t>
            </a:r>
          </a:p>
        </p:txBody>
      </p:sp>
      <p:sp>
        <p:nvSpPr>
          <p:cNvPr id="7" name="矩形 6"/>
          <p:cNvSpPr/>
          <p:nvPr/>
        </p:nvSpPr>
        <p:spPr>
          <a:xfrm>
            <a:off x="3988644" y="2365085"/>
            <a:ext cx="1152128" cy="4320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廚房出餐</a:t>
            </a:r>
          </a:p>
        </p:txBody>
      </p:sp>
      <p:sp>
        <p:nvSpPr>
          <p:cNvPr id="8" name="矩形 7"/>
          <p:cNvSpPr/>
          <p:nvPr/>
        </p:nvSpPr>
        <p:spPr>
          <a:xfrm>
            <a:off x="5351692" y="2365085"/>
            <a:ext cx="1152128" cy="4320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客戶用餐</a:t>
            </a:r>
          </a:p>
        </p:txBody>
      </p:sp>
      <p:sp>
        <p:nvSpPr>
          <p:cNvPr id="9" name="矩形 8"/>
          <p:cNvSpPr/>
          <p:nvPr/>
        </p:nvSpPr>
        <p:spPr>
          <a:xfrm>
            <a:off x="6714741" y="2365085"/>
            <a:ext cx="1152128" cy="4320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客戶結帳</a:t>
            </a:r>
          </a:p>
        </p:txBody>
      </p:sp>
      <p:sp>
        <p:nvSpPr>
          <p:cNvPr id="10" name="矩形 9"/>
          <p:cNvSpPr/>
          <p:nvPr/>
        </p:nvSpPr>
        <p:spPr>
          <a:xfrm>
            <a:off x="1262548" y="2928700"/>
            <a:ext cx="1152128" cy="43204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空位查詢</a:t>
            </a:r>
            <a:endParaRPr lang="zh-TW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1262548" y="3492315"/>
            <a:ext cx="1152128" cy="43204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客戶入座</a:t>
            </a:r>
            <a:endParaRPr lang="zh-TW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1262548" y="4055930"/>
            <a:ext cx="1152128" cy="43204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自動帶位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262548" y="4619546"/>
            <a:ext cx="1152128" cy="43204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出餐查詢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2625596" y="2928700"/>
            <a:ext cx="1152128" cy="43204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餐點輸入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2625596" y="3492315"/>
            <a:ext cx="1152128" cy="43204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套餐優惠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2625596" y="4055930"/>
            <a:ext cx="1152128" cy="43204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是否含牛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3988644" y="2928700"/>
            <a:ext cx="1152128" cy="43204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製作排</a:t>
            </a:r>
            <a:r>
              <a:rPr lang="zh-TW" altLang="en-US" dirty="0"/>
              <a:t>程</a:t>
            </a:r>
          </a:p>
        </p:txBody>
      </p:sp>
      <p:sp>
        <p:nvSpPr>
          <p:cNvPr id="19" name="矩形 18"/>
          <p:cNvSpPr/>
          <p:nvPr/>
        </p:nvSpPr>
        <p:spPr>
          <a:xfrm>
            <a:off x="3988644" y="3492315"/>
            <a:ext cx="1152128" cy="43204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食材庫存</a:t>
            </a:r>
            <a:endParaRPr lang="zh-TW" altLang="en-US" dirty="0"/>
          </a:p>
        </p:txBody>
      </p:sp>
      <p:sp>
        <p:nvSpPr>
          <p:cNvPr id="27" name="矩形 26"/>
          <p:cNvSpPr/>
          <p:nvPr/>
        </p:nvSpPr>
        <p:spPr>
          <a:xfrm>
            <a:off x="5351692" y="2928700"/>
            <a:ext cx="1152128" cy="43204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招</a:t>
            </a:r>
            <a:r>
              <a:rPr lang="zh-TW" altLang="en-US" dirty="0" smtClean="0"/>
              <a:t>喚</a:t>
            </a:r>
            <a:r>
              <a:rPr lang="zh-TW" altLang="en-US" dirty="0"/>
              <a:t>服務</a:t>
            </a:r>
          </a:p>
        </p:txBody>
      </p:sp>
      <p:sp>
        <p:nvSpPr>
          <p:cNvPr id="28" name="矩形 27"/>
          <p:cNvSpPr/>
          <p:nvPr/>
        </p:nvSpPr>
        <p:spPr>
          <a:xfrm>
            <a:off x="5351692" y="3492315"/>
            <a:ext cx="1152128" cy="43204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加</a:t>
            </a:r>
            <a:r>
              <a:rPr lang="zh-TW" altLang="en-US" dirty="0"/>
              <a:t>點</a:t>
            </a:r>
            <a:r>
              <a:rPr lang="zh-TW" altLang="en-US" dirty="0" smtClean="0"/>
              <a:t>餐點</a:t>
            </a:r>
            <a:endParaRPr lang="zh-TW" altLang="en-US" dirty="0"/>
          </a:p>
        </p:txBody>
      </p:sp>
      <p:sp>
        <p:nvSpPr>
          <p:cNvPr id="29" name="矩形 28"/>
          <p:cNvSpPr/>
          <p:nvPr/>
        </p:nvSpPr>
        <p:spPr>
          <a:xfrm>
            <a:off x="5351692" y="4055930"/>
            <a:ext cx="1152128" cy="43204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遇時提醒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6714740" y="2928700"/>
            <a:ext cx="1152128" cy="43204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金額計算</a:t>
            </a:r>
            <a:endParaRPr lang="zh-TW" altLang="en-US" dirty="0"/>
          </a:p>
        </p:txBody>
      </p:sp>
      <p:cxnSp>
        <p:nvCxnSpPr>
          <p:cNvPr id="36" name="直線接點 35"/>
          <p:cNvCxnSpPr/>
          <p:nvPr/>
        </p:nvCxnSpPr>
        <p:spPr>
          <a:xfrm>
            <a:off x="1115616" y="2859782"/>
            <a:ext cx="6912768" cy="0"/>
          </a:xfrm>
          <a:prstGeom prst="line">
            <a:avLst/>
          </a:prstGeom>
          <a:ln w="31750" cmpd="sng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1061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7" grpId="0" animBg="1"/>
      <p:bldP spid="28" grpId="0" animBg="1"/>
      <p:bldP spid="29" grpId="0" animBg="1"/>
      <p:bldP spid="3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使用者故事對照 </a:t>
            </a:r>
            <a:r>
              <a:rPr lang="en-US" altLang="zh-TW" dirty="0"/>
              <a:t>- </a:t>
            </a:r>
            <a:r>
              <a:rPr lang="zh-TW" altLang="en-US" dirty="0"/>
              <a:t>博客來</a:t>
            </a:r>
          </a:p>
          <a:p>
            <a:pPr lvl="1"/>
            <a:r>
              <a:rPr lang="en-US" altLang="zh-TW" sz="2000" dirty="0">
                <a:hlinkClick r:id="rId2"/>
              </a:rPr>
              <a:t>http://</a:t>
            </a:r>
            <a:r>
              <a:rPr lang="en-US" altLang="zh-TW" sz="2000" dirty="0" smtClean="0">
                <a:hlinkClick r:id="rId2"/>
              </a:rPr>
              <a:t>www.books.com.tw/products/0010712916</a:t>
            </a:r>
            <a:endParaRPr lang="en-US" altLang="zh-TW" sz="2000" dirty="0"/>
          </a:p>
          <a:p>
            <a:r>
              <a:rPr lang="zh-TW" altLang="en-US" dirty="0"/>
              <a:t>使用者故事對照 </a:t>
            </a:r>
            <a:r>
              <a:rPr lang="en-US" altLang="zh-TW" dirty="0"/>
              <a:t>- Ruddy Lee </a:t>
            </a:r>
            <a:r>
              <a:rPr lang="zh-TW" altLang="en-US" dirty="0"/>
              <a:t>分享空間</a:t>
            </a:r>
          </a:p>
          <a:p>
            <a:pPr lvl="1"/>
            <a:r>
              <a:rPr lang="en-US" altLang="zh-TW" sz="2000" dirty="0">
                <a:hlinkClick r:id="rId3"/>
              </a:rPr>
              <a:t>https://ruddyblog.wordpress.com/tag/%E4%BD%BF%E7%94%A8%E8%80%85%E6%95%85%E4%BA%8B%E5%B0%8D%E7%85%A7</a:t>
            </a:r>
            <a:r>
              <a:rPr lang="en-US" altLang="zh-TW" sz="2000" dirty="0" smtClean="0">
                <a:hlinkClick r:id="rId3"/>
              </a:rPr>
              <a:t>/</a:t>
            </a:r>
            <a:endParaRPr lang="en-US" altLang="zh-TW" sz="2000" dirty="0" smtClean="0"/>
          </a:p>
          <a:p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使用者故事對照 </a:t>
            </a:r>
            <a:r>
              <a:rPr lang="en-US" altLang="zh-TW" dirty="0"/>
              <a:t>- </a:t>
            </a:r>
            <a:r>
              <a:rPr lang="zh-TW" altLang="en-US" dirty="0"/>
              <a:t>參考資料</a:t>
            </a:r>
          </a:p>
        </p:txBody>
      </p:sp>
    </p:spTree>
    <p:extLst>
      <p:ext uri="{BB962C8B-B14F-4D97-AF65-F5344CB8AC3E}">
        <p14:creationId xmlns:p14="http://schemas.microsoft.com/office/powerpoint/2010/main" val="3501115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00034" y="2427734"/>
            <a:ext cx="8229601" cy="432048"/>
          </a:xfrm>
          <a:prstGeom prst="rect">
            <a:avLst/>
          </a:prstGeom>
          <a:solidFill>
            <a:srgbClr val="23B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500034" y="1285866"/>
            <a:ext cx="4071966" cy="2818076"/>
          </a:xfrm>
        </p:spPr>
        <p:txBody>
          <a:bodyPr>
            <a:normAutofit fontScale="92500" lnSpcReduction="10000"/>
          </a:bodyPr>
          <a:lstStyle/>
          <a:p>
            <a:r>
              <a:rPr lang="zh-TW" altLang="en-US" dirty="0"/>
              <a:t>問題</a:t>
            </a:r>
            <a:r>
              <a:rPr lang="zh-TW" altLang="en-US" dirty="0" smtClean="0"/>
              <a:t>情景</a:t>
            </a:r>
            <a:endParaRPr lang="en-US" altLang="zh-TW" dirty="0" smtClean="0"/>
          </a:p>
          <a:p>
            <a:r>
              <a:rPr lang="zh-TW" altLang="en-US" dirty="0"/>
              <a:t>解決</a:t>
            </a:r>
            <a:r>
              <a:rPr lang="zh-TW" altLang="en-US" dirty="0" smtClean="0"/>
              <a:t>方案</a:t>
            </a:r>
            <a:endParaRPr lang="zh-TW" altLang="en-US" dirty="0"/>
          </a:p>
          <a:p>
            <a:r>
              <a:rPr lang="zh-TW" altLang="en-US" dirty="0"/>
              <a:t>需求分析</a:t>
            </a:r>
          </a:p>
          <a:p>
            <a:r>
              <a:rPr lang="zh-TW" altLang="en-US" dirty="0">
                <a:solidFill>
                  <a:schemeClr val="bg1"/>
                </a:solidFill>
              </a:rPr>
              <a:t>系統分析</a:t>
            </a:r>
          </a:p>
          <a:p>
            <a:r>
              <a:rPr lang="zh-TW" altLang="en-US" dirty="0"/>
              <a:t>系統設計</a:t>
            </a:r>
          </a:p>
          <a:p>
            <a:r>
              <a:rPr lang="zh-TW" altLang="en-US" dirty="0"/>
              <a:t>系統實作</a:t>
            </a:r>
          </a:p>
          <a:p>
            <a:r>
              <a:rPr lang="zh-TW" altLang="en-US" dirty="0"/>
              <a:t>持續回饋</a:t>
            </a:r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Agenda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35206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提供多元面向的解決方案</a:t>
            </a:r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網路拓樸</a:t>
            </a: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2192" y="1707654"/>
            <a:ext cx="5259617" cy="3363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8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提</a:t>
            </a:r>
            <a:r>
              <a:rPr lang="zh-TW" altLang="en-US" dirty="0"/>
              <a:t>供</a:t>
            </a:r>
            <a:r>
              <a:rPr lang="zh-TW" altLang="en-US" dirty="0" smtClean="0"/>
              <a:t>解決</a:t>
            </a:r>
            <a:r>
              <a:rPr lang="zh-TW" altLang="en-US" dirty="0"/>
              <a:t>方案的使用情景</a:t>
            </a:r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使用案例</a:t>
            </a: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387" y="1779662"/>
            <a:ext cx="6097227" cy="3318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277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提供解決</a:t>
            </a:r>
            <a:r>
              <a:rPr lang="zh-TW" altLang="en-US" dirty="0"/>
              <a:t>方案的操作流程</a:t>
            </a:r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Prototype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9732" y="1738503"/>
            <a:ext cx="4824536" cy="3281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739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條</a:t>
            </a:r>
            <a:r>
              <a:rPr lang="zh-TW" altLang="en-US" dirty="0"/>
              <a:t>列</a:t>
            </a:r>
            <a:r>
              <a:rPr lang="zh-TW" altLang="en-US" dirty="0" smtClean="0"/>
              <a:t>解決</a:t>
            </a:r>
            <a:r>
              <a:rPr lang="zh-TW" altLang="en-US" dirty="0"/>
              <a:t>方案的功能需求 </a:t>
            </a:r>
            <a:r>
              <a:rPr lang="en-US" altLang="zh-TW" dirty="0"/>
              <a:t>(</a:t>
            </a:r>
            <a:r>
              <a:rPr lang="zh-TW" altLang="en-US" dirty="0"/>
              <a:t>預估時數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功能清單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6109337"/>
              </p:ext>
            </p:extLst>
          </p:nvPr>
        </p:nvGraphicFramePr>
        <p:xfrm>
          <a:off x="1121071" y="1923678"/>
          <a:ext cx="6901858" cy="21950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21359"/>
                <a:gridCol w="3707504"/>
                <a:gridCol w="910840"/>
                <a:gridCol w="962155"/>
              </a:tblGrid>
              <a:tr h="218026">
                <a:tc>
                  <a:txBody>
                    <a:bodyPr/>
                    <a:lstStyle/>
                    <a:p>
                      <a:pPr algn="l" fontAlgn="t"/>
                      <a:r>
                        <a:rPr lang="zh-TW" altLang="en-US" sz="1400" u="none" strike="noStrike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工作項目</a:t>
                      </a:r>
                      <a:endParaRPr lang="zh-TW" alt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" marR="7620" marT="762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TW" altLang="en-US" sz="1400" u="none" strike="noStrike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項目說明</a:t>
                      </a:r>
                      <a:endParaRPr lang="zh-TW" alt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" marR="7620" marT="762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TW" altLang="en-US" sz="1400" u="none" strike="noStrike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優先順序</a:t>
                      </a:r>
                      <a:endParaRPr lang="zh-TW" altLang="en-US" sz="1400" b="1" i="0" u="none" strike="noStrike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" marR="7620" marT="762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TW" altLang="en-US" sz="1400" u="none" strike="noStrike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預估人天</a:t>
                      </a:r>
                      <a:endParaRPr lang="zh-TW" alt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" marR="7620" marT="762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654079">
                <a:tc>
                  <a:txBody>
                    <a:bodyPr/>
                    <a:lstStyle/>
                    <a:p>
                      <a:pPr algn="l" fontAlgn="t"/>
                      <a:r>
                        <a:rPr lang="zh-TW" altLang="en-US" sz="1400" u="none" strike="noStrike">
                          <a:effectLst/>
                          <a:latin typeface="+mj-ea"/>
                          <a:ea typeface="+mj-ea"/>
                        </a:rPr>
                        <a:t>座位狀態顯示</a:t>
                      </a:r>
                      <a:endParaRPr lang="zh-TW" altLang="en-US" sz="14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TW" altLang="en-US" sz="1400" u="none" strike="noStrike"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zh-TW" sz="1400" u="none" strike="noStrike">
                          <a:effectLst/>
                          <a:latin typeface="+mj-ea"/>
                          <a:ea typeface="+mj-ea"/>
                        </a:rPr>
                        <a:t>- </a:t>
                      </a:r>
                      <a:r>
                        <a:rPr lang="zh-TW" altLang="en-US" sz="1400" u="none" strike="noStrike">
                          <a:effectLst/>
                          <a:latin typeface="+mj-ea"/>
                          <a:ea typeface="+mj-ea"/>
                        </a:rPr>
                        <a:t>定時刷新目前座位狀態</a:t>
                      </a:r>
                      <a:br>
                        <a:rPr lang="zh-TW" altLang="en-US" sz="1400" u="none" strike="noStrike">
                          <a:effectLst/>
                          <a:latin typeface="+mj-ea"/>
                          <a:ea typeface="+mj-ea"/>
                        </a:rPr>
                      </a:br>
                      <a:r>
                        <a:rPr lang="zh-TW" altLang="en-US" sz="1400" u="none" strike="noStrike"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zh-TW" sz="1400" u="none" strike="noStrike">
                          <a:effectLst/>
                          <a:latin typeface="+mj-ea"/>
                          <a:ea typeface="+mj-ea"/>
                        </a:rPr>
                        <a:t>- </a:t>
                      </a:r>
                      <a:r>
                        <a:rPr lang="zh-TW" altLang="en-US" sz="1400" u="none" strike="noStrike">
                          <a:effectLst/>
                          <a:latin typeface="+mj-ea"/>
                          <a:ea typeface="+mj-ea"/>
                        </a:rPr>
                        <a:t>座位狀態：入座數量、座位數量、入座狀態</a:t>
                      </a:r>
                      <a:br>
                        <a:rPr lang="zh-TW" altLang="en-US" sz="1400" u="none" strike="noStrike">
                          <a:effectLst/>
                          <a:latin typeface="+mj-ea"/>
                          <a:ea typeface="+mj-ea"/>
                        </a:rPr>
                      </a:br>
                      <a:r>
                        <a:rPr lang="zh-TW" altLang="en-US" sz="1400" u="none" strike="noStrike"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zh-TW" sz="1400" u="none" strike="noStrike">
                          <a:effectLst/>
                          <a:latin typeface="+mj-ea"/>
                          <a:ea typeface="+mj-ea"/>
                        </a:rPr>
                        <a:t>- </a:t>
                      </a:r>
                      <a:r>
                        <a:rPr lang="zh-TW" altLang="en-US" sz="1400" u="none" strike="noStrike">
                          <a:effectLst/>
                          <a:latin typeface="+mj-ea"/>
                          <a:ea typeface="+mj-ea"/>
                        </a:rPr>
                        <a:t>入座狀態：空座位、使用中</a:t>
                      </a:r>
                      <a:endParaRPr lang="zh-TW" altLang="en-US" sz="14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400" u="none" strike="noStrike">
                          <a:effectLst/>
                          <a:latin typeface="+mj-ea"/>
                          <a:ea typeface="+mj-ea"/>
                        </a:rPr>
                        <a:t>高</a:t>
                      </a:r>
                      <a:endParaRPr lang="zh-TW" altLang="en-US" sz="14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u="none" strike="noStrike">
                          <a:effectLst/>
                          <a:latin typeface="+mj-ea"/>
                          <a:ea typeface="+mj-ea"/>
                        </a:rPr>
                        <a:t>3</a:t>
                      </a:r>
                      <a:endParaRPr lang="en-US" altLang="zh-TW" sz="14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" marR="7620" marT="7620" marB="0" anchor="ctr"/>
                </a:tc>
              </a:tr>
              <a:tr h="218026">
                <a:tc>
                  <a:txBody>
                    <a:bodyPr/>
                    <a:lstStyle/>
                    <a:p>
                      <a:pPr algn="l" fontAlgn="t"/>
                      <a:r>
                        <a:rPr lang="zh-TW" altLang="en-US" sz="1400" u="none" strike="noStrike">
                          <a:effectLst/>
                          <a:latin typeface="+mj-ea"/>
                          <a:ea typeface="+mj-ea"/>
                        </a:rPr>
                        <a:t>客戶入座功能</a:t>
                      </a:r>
                      <a:endParaRPr lang="zh-TW" altLang="en-US" sz="14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TW" altLang="en-US" sz="1400" u="none" strike="noStrike"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zh-TW" sz="1400" u="none" strike="noStrike">
                          <a:effectLst/>
                          <a:latin typeface="+mj-ea"/>
                          <a:ea typeface="+mj-ea"/>
                        </a:rPr>
                        <a:t>- </a:t>
                      </a:r>
                      <a:r>
                        <a:rPr lang="zh-TW" altLang="en-US" sz="1400" u="none" strike="noStrike">
                          <a:effectLst/>
                          <a:latin typeface="+mj-ea"/>
                          <a:ea typeface="+mj-ea"/>
                        </a:rPr>
                        <a:t>確認客戶人數及座位後，即可安排客人入座</a:t>
                      </a:r>
                      <a:endParaRPr lang="zh-TW" altLang="en-US" sz="14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400" u="none" strike="noStrike">
                          <a:effectLst/>
                          <a:latin typeface="+mj-ea"/>
                          <a:ea typeface="+mj-ea"/>
                        </a:rPr>
                        <a:t>高</a:t>
                      </a:r>
                      <a:endParaRPr lang="zh-TW" altLang="en-US" sz="14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u="none" strike="noStrike">
                          <a:effectLst/>
                          <a:latin typeface="+mj-ea"/>
                          <a:ea typeface="+mj-ea"/>
                        </a:rPr>
                        <a:t>2</a:t>
                      </a:r>
                      <a:endParaRPr lang="en-US" altLang="zh-TW" sz="14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" marR="7620" marT="7620" marB="0" anchor="ctr"/>
                </a:tc>
              </a:tr>
              <a:tr h="218026">
                <a:tc>
                  <a:txBody>
                    <a:bodyPr/>
                    <a:lstStyle/>
                    <a:p>
                      <a:pPr algn="l" fontAlgn="t"/>
                      <a:r>
                        <a:rPr lang="zh-TW" altLang="en-US" sz="1400" u="none" strike="noStrike">
                          <a:effectLst/>
                          <a:latin typeface="+mj-ea"/>
                          <a:ea typeface="+mj-ea"/>
                        </a:rPr>
                        <a:t>座位出餐查詢</a:t>
                      </a:r>
                      <a:endParaRPr lang="zh-TW" altLang="en-US" sz="14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TW" altLang="en-US" sz="1400" u="none" strike="noStrike"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zh-TW" sz="1400" u="none" strike="noStrike">
                          <a:effectLst/>
                          <a:latin typeface="+mj-ea"/>
                          <a:ea typeface="+mj-ea"/>
                        </a:rPr>
                        <a:t>- </a:t>
                      </a:r>
                      <a:r>
                        <a:rPr lang="zh-TW" altLang="en-US" sz="1400" u="none" strike="noStrike">
                          <a:effectLst/>
                          <a:latin typeface="+mj-ea"/>
                          <a:ea typeface="+mj-ea"/>
                        </a:rPr>
                        <a:t>帶位人員可查詢目前入座客戶的出餐狀態</a:t>
                      </a:r>
                      <a:endParaRPr lang="zh-TW" altLang="en-US" sz="14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400" u="none" strike="noStrike">
                          <a:effectLst/>
                          <a:latin typeface="+mj-ea"/>
                          <a:ea typeface="+mj-ea"/>
                        </a:rPr>
                        <a:t>低</a:t>
                      </a:r>
                      <a:endParaRPr lang="zh-TW" altLang="en-US" sz="14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u="none" strike="noStrike">
                          <a:effectLst/>
                          <a:latin typeface="+mj-ea"/>
                          <a:ea typeface="+mj-ea"/>
                        </a:rPr>
                        <a:t>3</a:t>
                      </a:r>
                      <a:endParaRPr lang="en-US" altLang="zh-TW" sz="14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" marR="7620" marT="7620" marB="0" anchor="ctr"/>
                </a:tc>
              </a:tr>
              <a:tr h="436053">
                <a:tc>
                  <a:txBody>
                    <a:bodyPr/>
                    <a:lstStyle/>
                    <a:p>
                      <a:pPr algn="l" fontAlgn="t"/>
                      <a:r>
                        <a:rPr lang="zh-TW" altLang="en-US" sz="1400" u="none" strike="noStrike" dirty="0">
                          <a:effectLst/>
                          <a:latin typeface="+mj-ea"/>
                          <a:ea typeface="+mj-ea"/>
                        </a:rPr>
                        <a:t>自動帶位功能</a:t>
                      </a:r>
                      <a:endParaRPr lang="zh-TW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TW" altLang="en-US" sz="1400" u="none" strike="noStrike"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zh-TW" sz="1400" u="none" strike="noStrike">
                          <a:effectLst/>
                          <a:latin typeface="+mj-ea"/>
                          <a:ea typeface="+mj-ea"/>
                        </a:rPr>
                        <a:t>- </a:t>
                      </a:r>
                      <a:r>
                        <a:rPr lang="zh-TW" altLang="en-US" sz="1400" u="none" strike="noStrike">
                          <a:effectLst/>
                          <a:latin typeface="+mj-ea"/>
                          <a:ea typeface="+mj-ea"/>
                        </a:rPr>
                        <a:t>確認客戶人數後，系統自動計算座位安排</a:t>
                      </a:r>
                      <a:br>
                        <a:rPr lang="zh-TW" altLang="en-US" sz="1400" u="none" strike="noStrike">
                          <a:effectLst/>
                          <a:latin typeface="+mj-ea"/>
                          <a:ea typeface="+mj-ea"/>
                        </a:rPr>
                      </a:br>
                      <a:r>
                        <a:rPr lang="zh-TW" altLang="en-US" sz="1400" u="none" strike="noStrike"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zh-TW" sz="1400" u="none" strike="noStrike">
                          <a:effectLst/>
                          <a:latin typeface="+mj-ea"/>
                          <a:ea typeface="+mj-ea"/>
                        </a:rPr>
                        <a:t>- </a:t>
                      </a:r>
                      <a:r>
                        <a:rPr lang="zh-TW" altLang="en-US" sz="1400" u="none" strike="noStrike">
                          <a:effectLst/>
                          <a:latin typeface="+mj-ea"/>
                          <a:ea typeface="+mj-ea"/>
                        </a:rPr>
                        <a:t>計算規則：入座空位最少、不提供併桌計算</a:t>
                      </a:r>
                      <a:endParaRPr lang="zh-TW" altLang="en-US" sz="14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400" u="none" strike="noStrike">
                          <a:effectLst/>
                          <a:latin typeface="+mj-ea"/>
                          <a:ea typeface="+mj-ea"/>
                        </a:rPr>
                        <a:t>中</a:t>
                      </a:r>
                      <a:endParaRPr lang="zh-TW" altLang="en-US" sz="14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u="none" strike="noStrike">
                          <a:effectLst/>
                          <a:latin typeface="+mj-ea"/>
                          <a:ea typeface="+mj-ea"/>
                        </a:rPr>
                        <a:t>2</a:t>
                      </a:r>
                      <a:endParaRPr lang="en-US" altLang="zh-TW" sz="14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" marR="7620" marT="7620" marB="0" anchor="ctr"/>
                </a:tc>
              </a:tr>
              <a:tr h="218026"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TW" sz="1400" u="none" strike="noStrike">
                          <a:effectLst/>
                          <a:latin typeface="+mj-ea"/>
                          <a:ea typeface="+mj-ea"/>
                        </a:rPr>
                        <a:t>……</a:t>
                      </a:r>
                      <a:endParaRPr lang="en-US" altLang="zh-TW" sz="14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TW" sz="1400" u="none" strike="noStrike">
                          <a:effectLst/>
                          <a:latin typeface="+mj-ea"/>
                          <a:ea typeface="+mj-ea"/>
                        </a:rPr>
                        <a:t>……</a:t>
                      </a:r>
                      <a:endParaRPr lang="en-US" altLang="zh-TW" sz="14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u="none" strike="noStrike" dirty="0">
                          <a:effectLst/>
                          <a:latin typeface="+mj-ea"/>
                          <a:ea typeface="+mj-ea"/>
                        </a:rPr>
                        <a:t>……</a:t>
                      </a:r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u="none" strike="noStrike" dirty="0">
                          <a:effectLst/>
                          <a:latin typeface="+mj-ea"/>
                          <a:ea typeface="+mj-ea"/>
                        </a:rPr>
                        <a:t>……</a:t>
                      </a:r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" marR="7620" marT="7620" marB="0" anchor="ctr"/>
                </a:tc>
              </a:tr>
              <a:tr h="218026"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TW" sz="1400" u="none" strike="noStrike">
                          <a:effectLst/>
                          <a:latin typeface="+mj-ea"/>
                          <a:ea typeface="+mj-ea"/>
                        </a:rPr>
                        <a:t>……</a:t>
                      </a:r>
                      <a:endParaRPr lang="en-US" altLang="zh-TW" sz="14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TW" sz="1400" u="none" strike="noStrike">
                          <a:effectLst/>
                          <a:latin typeface="+mj-ea"/>
                          <a:ea typeface="+mj-ea"/>
                        </a:rPr>
                        <a:t>……</a:t>
                      </a:r>
                      <a:endParaRPr lang="en-US" altLang="zh-TW" sz="14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u="none" strike="noStrike">
                          <a:effectLst/>
                          <a:latin typeface="+mj-ea"/>
                          <a:ea typeface="+mj-ea"/>
                        </a:rPr>
                        <a:t>……</a:t>
                      </a:r>
                      <a:endParaRPr lang="en-US" altLang="zh-TW" sz="14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u="none" strike="noStrike" dirty="0">
                          <a:effectLst/>
                          <a:latin typeface="+mj-ea"/>
                          <a:ea typeface="+mj-ea"/>
                        </a:rPr>
                        <a:t>……</a:t>
                      </a:r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" marR="7620" marT="762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2750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封裝</a:t>
            </a:r>
            <a:r>
              <a:rPr lang="zh-TW" altLang="en-US" dirty="0" smtClean="0"/>
              <a:t>解決</a:t>
            </a:r>
            <a:r>
              <a:rPr lang="zh-TW" altLang="en-US" dirty="0"/>
              <a:t>方案的</a:t>
            </a:r>
            <a:r>
              <a:rPr lang="zh-TW" altLang="en-US" dirty="0" smtClean="0"/>
              <a:t>領域知識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領域模型</a:t>
            </a: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1492" y="1779661"/>
            <a:ext cx="3941016" cy="3317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953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封裝領域</a:t>
            </a:r>
            <a:r>
              <a:rPr lang="zh-TW" altLang="en-US" dirty="0" smtClean="0"/>
              <a:t>知識 </a:t>
            </a:r>
            <a:r>
              <a:rPr lang="en-US" altLang="zh-TW" dirty="0" smtClean="0"/>
              <a:t>- </a:t>
            </a:r>
            <a:r>
              <a:rPr lang="zh-TW" altLang="en-US" dirty="0" smtClean="0"/>
              <a:t>座位狀態顯</a:t>
            </a:r>
            <a:r>
              <a:rPr lang="zh-TW" altLang="en-US" dirty="0"/>
              <a:t>示</a:t>
            </a:r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領域</a:t>
            </a:r>
            <a:r>
              <a:rPr lang="zh-TW" altLang="en-US" dirty="0" smtClean="0"/>
              <a:t>模型</a:t>
            </a:r>
            <a:endParaRPr lang="zh-TW" altLang="en-US" dirty="0"/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1492" y="1779661"/>
            <a:ext cx="3941016" cy="3317321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4716016" y="1995686"/>
            <a:ext cx="1584176" cy="936104"/>
          </a:xfrm>
          <a:prstGeom prst="rect">
            <a:avLst/>
          </a:prstGeom>
          <a:noFill/>
          <a:ln cmpd="sng"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0552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封裝領域知識 </a:t>
            </a:r>
            <a:r>
              <a:rPr lang="en-US" altLang="zh-TW" dirty="0" smtClean="0"/>
              <a:t>- </a:t>
            </a:r>
            <a:r>
              <a:rPr lang="zh-TW" altLang="en-US" dirty="0" smtClean="0"/>
              <a:t>客戶入座</a:t>
            </a:r>
            <a:r>
              <a:rPr lang="zh-TW" altLang="en-US" dirty="0"/>
              <a:t>功能</a:t>
            </a:r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領域</a:t>
            </a:r>
            <a:r>
              <a:rPr lang="zh-TW" altLang="en-US" dirty="0" smtClean="0"/>
              <a:t>模型</a:t>
            </a:r>
            <a:endParaRPr lang="zh-TW" altLang="en-US" dirty="0"/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1492" y="1779661"/>
            <a:ext cx="3941016" cy="3317321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4716016" y="1995686"/>
            <a:ext cx="1584176" cy="2016224"/>
          </a:xfrm>
          <a:prstGeom prst="rect">
            <a:avLst/>
          </a:prstGeom>
          <a:noFill/>
          <a:ln cmpd="sng"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7591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封裝領域知識 </a:t>
            </a:r>
            <a:r>
              <a:rPr lang="en-US" altLang="zh-TW" dirty="0" smtClean="0"/>
              <a:t>- </a:t>
            </a:r>
            <a:r>
              <a:rPr lang="zh-TW" altLang="en-US" dirty="0" smtClean="0"/>
              <a:t>自動帶</a:t>
            </a:r>
            <a:r>
              <a:rPr lang="zh-TW" altLang="en-US" dirty="0"/>
              <a:t>位</a:t>
            </a:r>
            <a:r>
              <a:rPr lang="zh-TW" altLang="en-US" dirty="0" smtClean="0"/>
              <a:t>功能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領域</a:t>
            </a:r>
            <a:r>
              <a:rPr lang="zh-TW" altLang="en-US" dirty="0" smtClean="0"/>
              <a:t>模型</a:t>
            </a:r>
            <a:endParaRPr lang="zh-TW" altLang="en-US" dirty="0"/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1492" y="1779661"/>
            <a:ext cx="3941016" cy="3317321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4716016" y="1995686"/>
            <a:ext cx="1584176" cy="2016224"/>
          </a:xfrm>
          <a:prstGeom prst="rect">
            <a:avLst/>
          </a:prstGeom>
          <a:noFill/>
          <a:ln cmpd="sng"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5193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封裝領域知識 </a:t>
            </a:r>
            <a:r>
              <a:rPr lang="en-US" altLang="zh-TW" dirty="0" smtClean="0"/>
              <a:t>- </a:t>
            </a:r>
            <a:r>
              <a:rPr lang="zh-TW" altLang="en-US" dirty="0" smtClean="0"/>
              <a:t>座位出餐查</a:t>
            </a:r>
            <a:r>
              <a:rPr lang="zh-TW" altLang="en-US" dirty="0"/>
              <a:t>詢</a:t>
            </a:r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領域</a:t>
            </a:r>
            <a:r>
              <a:rPr lang="zh-TW" altLang="en-US" dirty="0" smtClean="0"/>
              <a:t>模型</a:t>
            </a:r>
            <a:endParaRPr lang="zh-TW" altLang="en-US" dirty="0"/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1492" y="1779661"/>
            <a:ext cx="3941016" cy="3317321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2915816" y="4103942"/>
            <a:ext cx="3384376" cy="916080"/>
          </a:xfrm>
          <a:prstGeom prst="rect">
            <a:avLst/>
          </a:prstGeom>
          <a:noFill/>
          <a:ln cmpd="sng"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8450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00034" y="2849795"/>
            <a:ext cx="8229601" cy="370027"/>
          </a:xfrm>
          <a:prstGeom prst="rect">
            <a:avLst/>
          </a:prstGeom>
          <a:solidFill>
            <a:srgbClr val="23B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500034" y="1285866"/>
            <a:ext cx="4071966" cy="2818076"/>
          </a:xfrm>
        </p:spPr>
        <p:txBody>
          <a:bodyPr>
            <a:normAutofit fontScale="92500" lnSpcReduction="10000"/>
          </a:bodyPr>
          <a:lstStyle/>
          <a:p>
            <a:r>
              <a:rPr lang="zh-TW" altLang="en-US" dirty="0"/>
              <a:t>問題</a:t>
            </a:r>
            <a:r>
              <a:rPr lang="zh-TW" altLang="en-US" dirty="0" smtClean="0"/>
              <a:t>情景</a:t>
            </a:r>
            <a:endParaRPr lang="en-US" altLang="zh-TW" dirty="0" smtClean="0"/>
          </a:p>
          <a:p>
            <a:r>
              <a:rPr lang="zh-TW" altLang="en-US" dirty="0"/>
              <a:t>解決</a:t>
            </a:r>
            <a:r>
              <a:rPr lang="zh-TW" altLang="en-US" dirty="0" smtClean="0"/>
              <a:t>方案</a:t>
            </a:r>
            <a:endParaRPr lang="zh-TW" altLang="en-US" dirty="0"/>
          </a:p>
          <a:p>
            <a:r>
              <a:rPr lang="zh-TW" altLang="en-US" dirty="0"/>
              <a:t>需求分析</a:t>
            </a:r>
          </a:p>
          <a:p>
            <a:r>
              <a:rPr lang="zh-TW" altLang="en-US" dirty="0"/>
              <a:t>系統分析</a:t>
            </a:r>
          </a:p>
          <a:p>
            <a:r>
              <a:rPr lang="zh-TW" altLang="en-US" dirty="0">
                <a:solidFill>
                  <a:schemeClr val="bg1"/>
                </a:solidFill>
              </a:rPr>
              <a:t>系統設計</a:t>
            </a:r>
          </a:p>
          <a:p>
            <a:r>
              <a:rPr lang="zh-TW" altLang="en-US" dirty="0"/>
              <a:t>系統實作</a:t>
            </a:r>
          </a:p>
          <a:p>
            <a:r>
              <a:rPr lang="zh-TW" altLang="en-US" dirty="0"/>
              <a:t>持續回饋</a:t>
            </a:r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Agenda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17822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統一領域模型的英文</a:t>
            </a:r>
            <a:r>
              <a:rPr lang="zh-TW" altLang="en-US" dirty="0" smtClean="0"/>
              <a:t>詞彙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詞彙表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2310133"/>
              </p:ext>
            </p:extLst>
          </p:nvPr>
        </p:nvGraphicFramePr>
        <p:xfrm>
          <a:off x="899592" y="1871944"/>
          <a:ext cx="6912768" cy="223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52597"/>
                <a:gridCol w="2497620"/>
                <a:gridCol w="2062551"/>
              </a:tblGrid>
              <a:tr h="279000">
                <a:tc>
                  <a:txBody>
                    <a:bodyPr/>
                    <a:lstStyle/>
                    <a:p>
                      <a:pPr algn="l" fontAlgn="t"/>
                      <a:r>
                        <a:rPr lang="zh-TW" altLang="en-US" sz="1600" u="none" strike="noStrike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中文名詞</a:t>
                      </a:r>
                      <a:endParaRPr lang="zh-TW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" marR="7620" marT="7620" marB="0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TW" altLang="en-US" sz="1600" u="none" strike="noStrike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英文名詞</a:t>
                      </a:r>
                      <a:endParaRPr lang="zh-TW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" marR="7620" marT="7620" marB="0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TW" altLang="en-US" sz="1600" u="none" strike="noStrike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備註</a:t>
                      </a:r>
                      <a:endParaRPr lang="zh-TW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" marR="7620" marT="7620" marB="0">
                    <a:solidFill>
                      <a:schemeClr val="bg2">
                        <a:lumMod val="50000"/>
                      </a:schemeClr>
                    </a:solidFill>
                  </a:tcPr>
                </a:tc>
              </a:tr>
              <a:tr h="279000">
                <a:tc>
                  <a:txBody>
                    <a:bodyPr/>
                    <a:lstStyle/>
                    <a:p>
                      <a:pPr algn="l" fontAlgn="t"/>
                      <a:r>
                        <a:rPr lang="zh-TW" altLang="en-US" sz="1600" u="none" strike="noStrike" dirty="0">
                          <a:effectLst/>
                          <a:latin typeface="+mj-ea"/>
                          <a:ea typeface="+mj-ea"/>
                        </a:rPr>
                        <a:t>門店</a:t>
                      </a:r>
                      <a:endParaRPr lang="zh-TW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  <a:latin typeface="+mj-ea"/>
                          <a:ea typeface="+mj-ea"/>
                        </a:rPr>
                        <a:t>Store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TW" altLang="en-US" sz="1600" u="none" strike="noStrike" dirty="0">
                          <a:effectLst/>
                          <a:latin typeface="+mj-ea"/>
                          <a:ea typeface="+mj-ea"/>
                        </a:rPr>
                        <a:t>　</a:t>
                      </a:r>
                      <a:endParaRPr lang="zh-TW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" marR="7620" marT="7620" marB="0"/>
                </a:tc>
              </a:tr>
              <a:tr h="279000">
                <a:tc>
                  <a:txBody>
                    <a:bodyPr/>
                    <a:lstStyle/>
                    <a:p>
                      <a:pPr algn="l" fontAlgn="t"/>
                      <a:r>
                        <a:rPr lang="zh-TW" altLang="en-US" sz="1600" u="none" strike="noStrike" dirty="0">
                          <a:effectLst/>
                          <a:latin typeface="+mj-ea"/>
                          <a:ea typeface="+mj-ea"/>
                        </a:rPr>
                        <a:t>座位</a:t>
                      </a:r>
                      <a:endParaRPr lang="zh-TW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  <a:latin typeface="+mj-ea"/>
                          <a:ea typeface="+mj-ea"/>
                        </a:rPr>
                        <a:t>Seat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TW" altLang="en-US" sz="1600" u="none" strike="noStrike">
                          <a:effectLst/>
                          <a:latin typeface="+mj-ea"/>
                          <a:ea typeface="+mj-ea"/>
                        </a:rPr>
                        <a:t>　</a:t>
                      </a:r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" marR="7620" marT="7620" marB="0"/>
                </a:tc>
              </a:tr>
              <a:tr h="279000">
                <a:tc>
                  <a:txBody>
                    <a:bodyPr/>
                    <a:lstStyle/>
                    <a:p>
                      <a:pPr algn="l" fontAlgn="t"/>
                      <a:r>
                        <a:rPr lang="zh-TW" altLang="en-US" sz="1600" u="none" strike="noStrike">
                          <a:effectLst/>
                          <a:latin typeface="+mj-ea"/>
                          <a:ea typeface="+mj-ea"/>
                        </a:rPr>
                        <a:t>顧客</a:t>
                      </a:r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  <a:latin typeface="+mj-ea"/>
                          <a:ea typeface="+mj-ea"/>
                        </a:rPr>
                        <a:t>Customer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TW" altLang="en-US" sz="1600" u="none" strike="noStrike">
                          <a:effectLst/>
                          <a:latin typeface="+mj-ea"/>
                          <a:ea typeface="+mj-ea"/>
                        </a:rPr>
                        <a:t>　</a:t>
                      </a:r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" marR="7620" marT="7620" marB="0"/>
                </a:tc>
              </a:tr>
              <a:tr h="279000">
                <a:tc>
                  <a:txBody>
                    <a:bodyPr/>
                    <a:lstStyle/>
                    <a:p>
                      <a:pPr algn="l" fontAlgn="t"/>
                      <a:r>
                        <a:rPr lang="zh-TW" altLang="en-US" sz="1600" u="none" strike="noStrike">
                          <a:effectLst/>
                          <a:latin typeface="+mj-ea"/>
                          <a:ea typeface="+mj-ea"/>
                        </a:rPr>
                        <a:t>出餐狀態</a:t>
                      </a:r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 err="1">
                          <a:effectLst/>
                          <a:latin typeface="+mj-ea"/>
                          <a:ea typeface="+mj-ea"/>
                        </a:rPr>
                        <a:t>ServingStatus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TW" altLang="en-US" sz="1600" u="none" strike="noStrike" dirty="0">
                          <a:effectLst/>
                          <a:latin typeface="+mj-ea"/>
                          <a:ea typeface="+mj-ea"/>
                        </a:rPr>
                        <a:t>　</a:t>
                      </a:r>
                      <a:endParaRPr lang="zh-TW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" marR="7620" marT="7620" marB="0"/>
                </a:tc>
              </a:tr>
              <a:tr h="279000">
                <a:tc>
                  <a:txBody>
                    <a:bodyPr/>
                    <a:lstStyle/>
                    <a:p>
                      <a:pPr algn="l" fontAlgn="t"/>
                      <a:r>
                        <a:rPr lang="zh-TW" altLang="en-US" sz="1600" u="none" strike="noStrike">
                          <a:effectLst/>
                          <a:latin typeface="+mj-ea"/>
                          <a:ea typeface="+mj-ea"/>
                        </a:rPr>
                        <a:t>出餐明細</a:t>
                      </a:r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 err="1">
                          <a:effectLst/>
                          <a:latin typeface="+mj-ea"/>
                          <a:ea typeface="+mj-ea"/>
                        </a:rPr>
                        <a:t>ServingItem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TW" altLang="en-US" sz="1600" u="none" strike="noStrike" dirty="0">
                          <a:effectLst/>
                          <a:latin typeface="+mj-ea"/>
                          <a:ea typeface="+mj-ea"/>
                        </a:rPr>
                        <a:t>　</a:t>
                      </a:r>
                      <a:endParaRPr lang="zh-TW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" marR="7620" marT="7620" marB="0"/>
                </a:tc>
              </a:tr>
              <a:tr h="279000"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TW" sz="1600" u="none" strike="noStrike">
                          <a:effectLst/>
                          <a:latin typeface="+mj-ea"/>
                          <a:ea typeface="+mj-ea"/>
                        </a:rPr>
                        <a:t>……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TW" sz="1600" u="none" strike="noStrike" dirty="0">
                          <a:effectLst/>
                          <a:latin typeface="+mj-ea"/>
                          <a:ea typeface="+mj-ea"/>
                        </a:rPr>
                        <a:t>……</a:t>
                      </a:r>
                      <a:endParaRPr lang="en-US" altLang="zh-TW" sz="16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TW" sz="1600" u="none" strike="noStrike" dirty="0">
                          <a:effectLst/>
                          <a:latin typeface="+mj-ea"/>
                          <a:ea typeface="+mj-ea"/>
                        </a:rPr>
                        <a:t>……</a:t>
                      </a:r>
                      <a:endParaRPr lang="en-US" altLang="zh-TW" sz="16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" marR="7620" marT="7620" marB="0"/>
                </a:tc>
              </a:tr>
              <a:tr h="279000"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TW" sz="1600" u="none" strike="noStrike">
                          <a:effectLst/>
                          <a:latin typeface="+mj-ea"/>
                          <a:ea typeface="+mj-ea"/>
                        </a:rPr>
                        <a:t>……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TW" sz="1600" u="none" strike="noStrike" dirty="0">
                          <a:effectLst/>
                          <a:latin typeface="+mj-ea"/>
                          <a:ea typeface="+mj-ea"/>
                        </a:rPr>
                        <a:t>……</a:t>
                      </a:r>
                      <a:endParaRPr lang="en-US" altLang="zh-TW" sz="16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TW" sz="1600" u="none" strike="noStrike" dirty="0">
                          <a:effectLst/>
                          <a:latin typeface="+mj-ea"/>
                          <a:ea typeface="+mj-ea"/>
                        </a:rPr>
                        <a:t>……</a:t>
                      </a:r>
                      <a:endParaRPr lang="en-US" altLang="zh-TW" sz="16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" marR="7620" marT="762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3243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套用詞彙表將領域模型轉為領域</a:t>
            </a:r>
            <a:r>
              <a:rPr lang="zh-TW" altLang="en-US" dirty="0" smtClean="0"/>
              <a:t>物件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領域物件</a:t>
            </a: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5111" y="1707653"/>
            <a:ext cx="4073778" cy="3429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890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劃分進出系統邊界的物件</a:t>
            </a:r>
            <a:r>
              <a:rPr lang="zh-TW" altLang="en-US" dirty="0" smtClean="0"/>
              <a:t>顆粒：</a:t>
            </a:r>
            <a:r>
              <a:rPr lang="en-US" altLang="zh-TW" dirty="0" smtClean="0"/>
              <a:t>Entity</a:t>
            </a:r>
            <a:r>
              <a:rPr lang="zh-TW" altLang="en-US" dirty="0" smtClean="0"/>
              <a:t>物件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切割物件：</a:t>
            </a:r>
            <a:r>
              <a:rPr lang="en-US" altLang="zh-TW" dirty="0"/>
              <a:t>Entity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3788" y="1707654"/>
            <a:ext cx="3816424" cy="3363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357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每</a:t>
            </a:r>
            <a:r>
              <a:rPr lang="zh-TW" altLang="en-US" dirty="0" smtClean="0"/>
              <a:t>個</a:t>
            </a:r>
            <a:r>
              <a:rPr lang="en-US" altLang="zh-TW" dirty="0" smtClean="0"/>
              <a:t>Entity</a:t>
            </a:r>
            <a:r>
              <a:rPr lang="zh-TW" altLang="en-US" dirty="0" smtClean="0"/>
              <a:t>物件賦予唯一識別碼</a:t>
            </a:r>
            <a:endParaRPr lang="zh-TW" altLang="en-US" dirty="0"/>
          </a:p>
          <a:p>
            <a:pPr marL="109855" indent="0">
              <a:buNone/>
            </a:pP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切割物件：</a:t>
            </a:r>
            <a:r>
              <a:rPr lang="en-US" altLang="zh-TW" dirty="0"/>
              <a:t>Entity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3788" y="1779582"/>
            <a:ext cx="3816424" cy="3363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39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建立</a:t>
            </a:r>
            <a:r>
              <a:rPr lang="en-US" altLang="zh-TW" dirty="0" smtClean="0"/>
              <a:t>Entity</a:t>
            </a:r>
            <a:r>
              <a:rPr lang="zh-TW" altLang="en-US" dirty="0" smtClean="0"/>
              <a:t>物件進出</a:t>
            </a:r>
            <a:r>
              <a:rPr lang="zh-TW" altLang="en-US" dirty="0"/>
              <a:t>系統邊界</a:t>
            </a:r>
            <a:r>
              <a:rPr lang="zh-TW" altLang="en-US" dirty="0" smtClean="0"/>
              <a:t>的介面門戶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系統邊界：</a:t>
            </a:r>
            <a:r>
              <a:rPr lang="en-US" altLang="zh-TW" dirty="0" smtClean="0"/>
              <a:t>Repository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5167" y="1707654"/>
            <a:ext cx="5713667" cy="338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968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2400" dirty="0"/>
              <a:t>建立</a:t>
            </a:r>
            <a:r>
              <a:rPr lang="en-US" altLang="zh-TW" sz="2400" dirty="0" smtClean="0"/>
              <a:t>Entity</a:t>
            </a:r>
            <a:r>
              <a:rPr lang="zh-TW" altLang="en-US" sz="2400" dirty="0" smtClean="0"/>
              <a:t>物件進出</a:t>
            </a:r>
            <a:r>
              <a:rPr lang="zh-TW" altLang="en-US" sz="2400" dirty="0"/>
              <a:t>系統邊界</a:t>
            </a:r>
            <a:r>
              <a:rPr lang="zh-TW" altLang="en-US" sz="2400" dirty="0" smtClean="0"/>
              <a:t>的介面門戶</a:t>
            </a:r>
            <a:r>
              <a:rPr lang="en-US" altLang="zh-TW" sz="2400" dirty="0"/>
              <a:t>(</a:t>
            </a:r>
            <a:r>
              <a:rPr lang="zh-TW" altLang="en-US" sz="2400" dirty="0"/>
              <a:t>移除輔助線</a:t>
            </a:r>
            <a:r>
              <a:rPr lang="en-US" altLang="zh-TW" sz="2400" dirty="0" smtClean="0"/>
              <a:t>)</a:t>
            </a:r>
            <a:endParaRPr lang="zh-TW" altLang="en-US" sz="2400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系統邊界：</a:t>
            </a:r>
            <a:r>
              <a:rPr lang="en-US" altLang="zh-TW" dirty="0" smtClean="0"/>
              <a:t>Repository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2987" y="1707654"/>
            <a:ext cx="5658027" cy="3435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759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封裝</a:t>
            </a:r>
            <a:r>
              <a:rPr lang="en-US" altLang="zh-TW" dirty="0" smtClean="0"/>
              <a:t>Entity</a:t>
            </a:r>
            <a:r>
              <a:rPr lang="zh-TW" altLang="en-US" dirty="0" smtClean="0"/>
              <a:t>物件與</a:t>
            </a:r>
            <a:r>
              <a:rPr lang="en-US" altLang="zh-TW" dirty="0"/>
              <a:t>Value </a:t>
            </a:r>
            <a:r>
              <a:rPr lang="en-US" altLang="zh-TW" dirty="0" smtClean="0"/>
              <a:t>Object</a:t>
            </a:r>
            <a:r>
              <a:rPr lang="zh-TW" altLang="en-US" dirty="0" smtClean="0"/>
              <a:t>物件之間</a:t>
            </a:r>
            <a:r>
              <a:rPr lang="zh-TW" altLang="en-US" dirty="0"/>
              <a:t>的關聯</a:t>
            </a:r>
          </a:p>
          <a:p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定義關</a:t>
            </a:r>
            <a:r>
              <a:rPr lang="zh-TW" altLang="en-US" dirty="0"/>
              <a:t>聯</a:t>
            </a:r>
            <a:r>
              <a:rPr lang="zh-TW" altLang="en-US" dirty="0" smtClean="0"/>
              <a:t>：</a:t>
            </a:r>
            <a:r>
              <a:rPr lang="en-US" altLang="zh-TW" dirty="0"/>
              <a:t>Value Object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1779662"/>
            <a:ext cx="5472608" cy="332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272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定義</a:t>
            </a:r>
            <a:r>
              <a:rPr lang="en-US" altLang="zh-TW" dirty="0" smtClean="0"/>
              <a:t>Entity</a:t>
            </a:r>
            <a:r>
              <a:rPr lang="zh-TW" altLang="en-US" dirty="0"/>
              <a:t>物件之間的</a:t>
            </a:r>
            <a:r>
              <a:rPr lang="zh-TW" altLang="en-US" dirty="0" smtClean="0"/>
              <a:t>關聯 </a:t>
            </a:r>
            <a:r>
              <a:rPr lang="en-US" altLang="zh-TW" dirty="0" smtClean="0"/>
              <a:t>- </a:t>
            </a:r>
            <a:r>
              <a:rPr lang="zh-TW" altLang="en-US" dirty="0" smtClean="0"/>
              <a:t>客戶</a:t>
            </a:r>
            <a:r>
              <a:rPr lang="zh-TW" altLang="en-US" dirty="0"/>
              <a:t>入座功能</a:t>
            </a:r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定義關</a:t>
            </a:r>
            <a:r>
              <a:rPr lang="zh-TW" altLang="en-US" dirty="0"/>
              <a:t>聯</a:t>
            </a:r>
            <a:r>
              <a:rPr lang="zh-TW" altLang="en-US" dirty="0" smtClean="0"/>
              <a:t>：</a:t>
            </a:r>
            <a:r>
              <a:rPr lang="en-US" altLang="zh-TW" dirty="0"/>
              <a:t>Association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9692" y="1779661"/>
            <a:ext cx="5544616" cy="33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673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定</a:t>
            </a:r>
            <a:r>
              <a:rPr lang="zh-TW" altLang="en-US" dirty="0"/>
              <a:t>義</a:t>
            </a:r>
            <a:r>
              <a:rPr lang="en-US" altLang="zh-TW" dirty="0" smtClean="0"/>
              <a:t>Entity</a:t>
            </a:r>
            <a:r>
              <a:rPr lang="zh-TW" altLang="en-US" dirty="0"/>
              <a:t>物件之間的</a:t>
            </a:r>
            <a:r>
              <a:rPr lang="zh-TW" altLang="en-US" dirty="0" smtClean="0"/>
              <a:t>關聯 </a:t>
            </a:r>
            <a:r>
              <a:rPr lang="en-US" altLang="zh-TW" dirty="0" smtClean="0"/>
              <a:t>-</a:t>
            </a:r>
            <a:r>
              <a:rPr lang="zh-TW" altLang="en-US" dirty="0" smtClean="0"/>
              <a:t> 座位</a:t>
            </a:r>
            <a:r>
              <a:rPr lang="zh-TW" altLang="en-US" dirty="0"/>
              <a:t>出餐查詢</a:t>
            </a:r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定義關</a:t>
            </a:r>
            <a:r>
              <a:rPr lang="zh-TW" altLang="en-US" dirty="0"/>
              <a:t>聯</a:t>
            </a:r>
            <a:r>
              <a:rPr lang="zh-TW" altLang="en-US" dirty="0" smtClean="0"/>
              <a:t>：</a:t>
            </a:r>
            <a:r>
              <a:rPr lang="en-US" altLang="zh-TW" dirty="0"/>
              <a:t>Association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704" y="1707654"/>
            <a:ext cx="5328592" cy="3381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729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散落</a:t>
            </a:r>
            <a:r>
              <a:rPr lang="zh-TW" altLang="en-US" dirty="0"/>
              <a:t>系統功能</a:t>
            </a:r>
            <a:r>
              <a:rPr lang="zh-TW" altLang="en-US" dirty="0" smtClean="0"/>
              <a:t>到物件方法 </a:t>
            </a:r>
            <a:r>
              <a:rPr lang="en-US" altLang="zh-TW" dirty="0" smtClean="0"/>
              <a:t>-</a:t>
            </a:r>
            <a:r>
              <a:rPr lang="zh-TW" altLang="en-US" dirty="0" smtClean="0"/>
              <a:t> 座位狀態顯示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散落職責：</a:t>
            </a:r>
            <a:r>
              <a:rPr lang="en-US" altLang="zh-TW" dirty="0"/>
              <a:t>Method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708" y="1779662"/>
            <a:ext cx="5256584" cy="3335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757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散落</a:t>
            </a:r>
            <a:r>
              <a:rPr lang="zh-TW" altLang="en-US" dirty="0"/>
              <a:t>系統功能</a:t>
            </a:r>
            <a:r>
              <a:rPr lang="zh-TW" altLang="en-US" dirty="0" smtClean="0"/>
              <a:t>到物件屬性 </a:t>
            </a:r>
            <a:r>
              <a:rPr lang="en-US" altLang="zh-TW" dirty="0" smtClean="0"/>
              <a:t>-</a:t>
            </a:r>
            <a:r>
              <a:rPr lang="zh-TW" altLang="en-US" dirty="0" smtClean="0"/>
              <a:t> 座位狀態顯示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散落職責：</a:t>
            </a:r>
            <a:r>
              <a:rPr lang="en-US" altLang="zh-TW" dirty="0"/>
              <a:t>Property</a:t>
            </a:r>
            <a:endParaRPr lang="zh-TW" altLang="en-US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2429" y="1707654"/>
            <a:ext cx="4459142" cy="3429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671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散落</a:t>
            </a:r>
            <a:r>
              <a:rPr lang="zh-TW" altLang="en-US" dirty="0"/>
              <a:t>系統功能</a:t>
            </a:r>
            <a:r>
              <a:rPr lang="zh-TW" altLang="en-US" dirty="0" smtClean="0"/>
              <a:t>到物件屬性 </a:t>
            </a:r>
            <a:r>
              <a:rPr lang="en-US" altLang="zh-TW" dirty="0" smtClean="0"/>
              <a:t>-</a:t>
            </a:r>
            <a:r>
              <a:rPr lang="zh-TW" altLang="en-US" dirty="0" smtClean="0"/>
              <a:t> 座位出餐查詢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散落職責：</a:t>
            </a:r>
            <a:r>
              <a:rPr lang="en-US" altLang="zh-TW" dirty="0"/>
              <a:t>Property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8127" y="1707654"/>
            <a:ext cx="4467746" cy="3435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5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散落畫面功能</a:t>
            </a:r>
            <a:r>
              <a:rPr lang="zh-TW" altLang="en-US" dirty="0" smtClean="0"/>
              <a:t>到</a:t>
            </a:r>
            <a:r>
              <a:rPr lang="en-US" altLang="zh-TW" dirty="0" smtClean="0"/>
              <a:t>Service</a:t>
            </a:r>
            <a:r>
              <a:rPr lang="zh-TW" altLang="en-US" dirty="0" smtClean="0"/>
              <a:t>物件</a:t>
            </a:r>
            <a:r>
              <a:rPr lang="en-US" altLang="zh-TW" dirty="0" smtClean="0"/>
              <a:t> - </a:t>
            </a:r>
            <a:r>
              <a:rPr lang="zh-TW" altLang="en-US" dirty="0" smtClean="0"/>
              <a:t>自動帶位功能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散落職責：</a:t>
            </a:r>
            <a:r>
              <a:rPr lang="en-US" altLang="zh-TW" dirty="0"/>
              <a:t>Service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2861" y="1779662"/>
            <a:ext cx="5838279" cy="3295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39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描述</a:t>
            </a:r>
            <a:r>
              <a:rPr lang="zh-TW" altLang="en-US" dirty="0"/>
              <a:t>功能</a:t>
            </a:r>
            <a:r>
              <a:rPr lang="zh-TW" altLang="en-US" dirty="0" smtClean="0"/>
              <a:t>職責</a:t>
            </a:r>
            <a:r>
              <a:rPr lang="zh-TW" altLang="en-US" dirty="0"/>
              <a:t>，所進行的物件</a:t>
            </a:r>
            <a:r>
              <a:rPr lang="zh-TW" altLang="en-US" dirty="0" smtClean="0"/>
              <a:t>交互</a:t>
            </a:r>
            <a:r>
              <a:rPr lang="en-US" altLang="zh-TW" dirty="0" smtClean="0"/>
              <a:t> </a:t>
            </a:r>
            <a:r>
              <a:rPr lang="en-US" altLang="zh-TW" dirty="0"/>
              <a:t>- </a:t>
            </a:r>
            <a:r>
              <a:rPr lang="zh-TW" altLang="en-US" dirty="0"/>
              <a:t>自動帶位功能</a:t>
            </a:r>
          </a:p>
          <a:p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功能交互：順序圖</a:t>
            </a: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9692" y="1707654"/>
            <a:ext cx="5544616" cy="3407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962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透過領域驅動設計，完成系統設計</a:t>
            </a:r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系統設</a:t>
            </a:r>
            <a:r>
              <a:rPr lang="zh-TW" altLang="en-US" dirty="0"/>
              <a:t>計</a:t>
            </a: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6134" y="1682681"/>
            <a:ext cx="6131732" cy="3460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600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00034" y="3219822"/>
            <a:ext cx="8229601" cy="432048"/>
          </a:xfrm>
          <a:prstGeom prst="rect">
            <a:avLst/>
          </a:prstGeom>
          <a:solidFill>
            <a:srgbClr val="23B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500034" y="1285866"/>
            <a:ext cx="4071966" cy="2818076"/>
          </a:xfrm>
        </p:spPr>
        <p:txBody>
          <a:bodyPr>
            <a:normAutofit fontScale="92500" lnSpcReduction="10000"/>
          </a:bodyPr>
          <a:lstStyle/>
          <a:p>
            <a:r>
              <a:rPr lang="zh-TW" altLang="en-US" dirty="0"/>
              <a:t>問題</a:t>
            </a:r>
            <a:r>
              <a:rPr lang="zh-TW" altLang="en-US" dirty="0" smtClean="0"/>
              <a:t>情景</a:t>
            </a:r>
            <a:endParaRPr lang="en-US" altLang="zh-TW" dirty="0" smtClean="0"/>
          </a:p>
          <a:p>
            <a:r>
              <a:rPr lang="zh-TW" altLang="en-US" dirty="0"/>
              <a:t>解決</a:t>
            </a:r>
            <a:r>
              <a:rPr lang="zh-TW" altLang="en-US" dirty="0" smtClean="0"/>
              <a:t>方案</a:t>
            </a:r>
            <a:endParaRPr lang="zh-TW" altLang="en-US" dirty="0"/>
          </a:p>
          <a:p>
            <a:r>
              <a:rPr lang="zh-TW" altLang="en-US" dirty="0"/>
              <a:t>需求分析</a:t>
            </a:r>
          </a:p>
          <a:p>
            <a:r>
              <a:rPr lang="zh-TW" altLang="en-US" dirty="0"/>
              <a:t>系統分析</a:t>
            </a:r>
          </a:p>
          <a:p>
            <a:r>
              <a:rPr lang="zh-TW" altLang="en-US" dirty="0"/>
              <a:t>系統設計</a:t>
            </a:r>
          </a:p>
          <a:p>
            <a:r>
              <a:rPr lang="zh-TW" altLang="en-US" dirty="0">
                <a:solidFill>
                  <a:schemeClr val="bg1"/>
                </a:solidFill>
              </a:rPr>
              <a:t>系統實作</a:t>
            </a:r>
          </a:p>
          <a:p>
            <a:r>
              <a:rPr lang="zh-TW" altLang="en-US" dirty="0"/>
              <a:t>持續回饋</a:t>
            </a:r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Agenda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89463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套用</a:t>
            </a:r>
            <a:r>
              <a:rPr lang="en-US" altLang="zh-TW" dirty="0"/>
              <a:t>Facade</a:t>
            </a:r>
            <a:r>
              <a:rPr lang="zh-TW" altLang="en-US" dirty="0"/>
              <a:t>模式，簡化物件的操作使用</a:t>
            </a:r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建立</a:t>
            </a:r>
            <a:r>
              <a:rPr lang="en-US" altLang="zh-TW" dirty="0"/>
              <a:t>Domain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415" y="1707654"/>
            <a:ext cx="8535171" cy="338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53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實作</a:t>
            </a:r>
            <a:r>
              <a:rPr lang="en-US" altLang="zh-TW" dirty="0"/>
              <a:t>Repository</a:t>
            </a:r>
            <a:r>
              <a:rPr lang="zh-TW" altLang="en-US" dirty="0"/>
              <a:t>，提供實際資料儲存</a:t>
            </a:r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建立</a:t>
            </a:r>
            <a:r>
              <a:rPr lang="en-US" altLang="zh-TW" dirty="0"/>
              <a:t>Accesses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7716" y="1707654"/>
            <a:ext cx="5808568" cy="3412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297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透</a:t>
            </a:r>
            <a:r>
              <a:rPr lang="zh-TW" altLang="en-US" dirty="0"/>
              <a:t>過</a:t>
            </a:r>
            <a:r>
              <a:rPr lang="en-US" altLang="zh-TW" dirty="0" smtClean="0"/>
              <a:t>DI </a:t>
            </a:r>
            <a:r>
              <a:rPr lang="en-US" altLang="zh-TW" dirty="0"/>
              <a:t>Framework</a:t>
            </a:r>
            <a:r>
              <a:rPr lang="zh-TW" altLang="en-US" dirty="0"/>
              <a:t>，提供底層抽換能力</a:t>
            </a:r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套</a:t>
            </a:r>
            <a:r>
              <a:rPr lang="zh-TW" altLang="en-US" dirty="0"/>
              <a:t>用</a:t>
            </a:r>
            <a:r>
              <a:rPr lang="en-US" altLang="zh-TW" dirty="0" smtClean="0"/>
              <a:t>DI </a:t>
            </a:r>
            <a:r>
              <a:rPr lang="en-US" altLang="zh-TW" dirty="0"/>
              <a:t>Framework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809" y="1707654"/>
            <a:ext cx="6550383" cy="3435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115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依</a:t>
            </a:r>
            <a:r>
              <a:rPr lang="zh-TW" altLang="en-US" dirty="0" smtClean="0"/>
              <a:t>系統需求建立</a:t>
            </a:r>
            <a:r>
              <a:rPr lang="en-US" altLang="zh-TW" dirty="0"/>
              <a:t>UI</a:t>
            </a:r>
            <a:r>
              <a:rPr lang="zh-TW" altLang="en-US" dirty="0"/>
              <a:t>或</a:t>
            </a:r>
            <a:r>
              <a:rPr lang="en-US" altLang="zh-TW" dirty="0"/>
              <a:t>API</a:t>
            </a:r>
            <a:r>
              <a:rPr lang="zh-TW" altLang="en-US" dirty="0"/>
              <a:t>，用以提供系統功能</a:t>
            </a:r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建立</a:t>
            </a:r>
            <a:r>
              <a:rPr lang="en-US" altLang="zh-TW" dirty="0"/>
              <a:t>Presentation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9637" y="1779663"/>
            <a:ext cx="5264727" cy="3363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649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套</a:t>
            </a:r>
            <a:r>
              <a:rPr lang="zh-TW" altLang="en-US" dirty="0"/>
              <a:t>用</a:t>
            </a:r>
            <a:r>
              <a:rPr lang="zh-TW" altLang="en-US" dirty="0" smtClean="0"/>
              <a:t>三層式</a:t>
            </a:r>
            <a:r>
              <a:rPr lang="zh-TW" altLang="en-US" dirty="0"/>
              <a:t>架構</a:t>
            </a:r>
            <a:r>
              <a:rPr lang="zh-TW" altLang="en-US" dirty="0" smtClean="0"/>
              <a:t>，</a:t>
            </a:r>
            <a:r>
              <a:rPr lang="zh-TW" altLang="en-US" dirty="0"/>
              <a:t>完成</a:t>
            </a:r>
            <a:r>
              <a:rPr lang="zh-TW" altLang="en-US" dirty="0" smtClean="0"/>
              <a:t>系統</a:t>
            </a:r>
            <a:r>
              <a:rPr lang="zh-TW" altLang="en-US" dirty="0"/>
              <a:t>實作</a:t>
            </a:r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系統實作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3565" y="1707654"/>
            <a:ext cx="5296871" cy="338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987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00034" y="3651870"/>
            <a:ext cx="8229601" cy="370027"/>
          </a:xfrm>
          <a:prstGeom prst="rect">
            <a:avLst/>
          </a:prstGeom>
          <a:solidFill>
            <a:srgbClr val="23B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500034" y="1285866"/>
            <a:ext cx="4071966" cy="2818076"/>
          </a:xfrm>
        </p:spPr>
        <p:txBody>
          <a:bodyPr>
            <a:normAutofit fontScale="92500" lnSpcReduction="10000"/>
          </a:bodyPr>
          <a:lstStyle/>
          <a:p>
            <a:r>
              <a:rPr lang="zh-TW" altLang="en-US" dirty="0"/>
              <a:t>問題</a:t>
            </a:r>
            <a:r>
              <a:rPr lang="zh-TW" altLang="en-US" dirty="0" smtClean="0"/>
              <a:t>情景</a:t>
            </a:r>
            <a:endParaRPr lang="en-US" altLang="zh-TW" dirty="0" smtClean="0"/>
          </a:p>
          <a:p>
            <a:r>
              <a:rPr lang="zh-TW" altLang="en-US" dirty="0"/>
              <a:t>解決</a:t>
            </a:r>
            <a:r>
              <a:rPr lang="zh-TW" altLang="en-US" dirty="0" smtClean="0"/>
              <a:t>方案</a:t>
            </a:r>
            <a:endParaRPr lang="zh-TW" altLang="en-US" dirty="0"/>
          </a:p>
          <a:p>
            <a:r>
              <a:rPr lang="zh-TW" altLang="en-US" dirty="0"/>
              <a:t>需求分析</a:t>
            </a:r>
          </a:p>
          <a:p>
            <a:r>
              <a:rPr lang="zh-TW" altLang="en-US" dirty="0"/>
              <a:t>系統分析</a:t>
            </a:r>
          </a:p>
          <a:p>
            <a:r>
              <a:rPr lang="zh-TW" altLang="en-US" dirty="0"/>
              <a:t>系統設計</a:t>
            </a:r>
          </a:p>
          <a:p>
            <a:r>
              <a:rPr lang="zh-TW" altLang="en-US" dirty="0"/>
              <a:t>系統實作</a:t>
            </a:r>
          </a:p>
          <a:p>
            <a:r>
              <a:rPr lang="zh-TW" altLang="en-US" dirty="0">
                <a:solidFill>
                  <a:schemeClr val="bg1"/>
                </a:solidFill>
              </a:rPr>
              <a:t>持續回饋</a:t>
            </a:r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Agenda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15457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500034" y="1285866"/>
            <a:ext cx="8229600" cy="493796"/>
          </a:xfrm>
        </p:spPr>
        <p:txBody>
          <a:bodyPr>
            <a:normAutofit lnSpcReduction="10000"/>
          </a:bodyPr>
          <a:lstStyle/>
          <a:p>
            <a:r>
              <a:rPr lang="zh-TW" altLang="en-US" dirty="0"/>
              <a:t>持續回饋問題</a:t>
            </a:r>
            <a:r>
              <a:rPr lang="zh-TW" altLang="en-US" dirty="0" smtClean="0"/>
              <a:t>，</a:t>
            </a:r>
            <a:r>
              <a:rPr lang="zh-TW" altLang="en-US" smtClean="0"/>
              <a:t>累積並且封裝</a:t>
            </a:r>
            <a:r>
              <a:rPr lang="zh-TW" altLang="en-US" dirty="0"/>
              <a:t>領域知識</a:t>
            </a:r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回饋模型</a:t>
            </a:r>
          </a:p>
        </p:txBody>
      </p:sp>
      <p:sp>
        <p:nvSpPr>
          <p:cNvPr id="11" name="矩形 10"/>
          <p:cNvSpPr/>
          <p:nvPr/>
        </p:nvSpPr>
        <p:spPr>
          <a:xfrm>
            <a:off x="1195375" y="3265766"/>
            <a:ext cx="6740736" cy="76662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b="1" dirty="0"/>
              <a:t>問題反饋</a:t>
            </a:r>
          </a:p>
        </p:txBody>
      </p:sp>
      <p:sp>
        <p:nvSpPr>
          <p:cNvPr id="16" name="矩形 15"/>
          <p:cNvSpPr/>
          <p:nvPr/>
        </p:nvSpPr>
        <p:spPr>
          <a:xfrm>
            <a:off x="6637956" y="2067453"/>
            <a:ext cx="1315947" cy="76662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b="1" dirty="0"/>
              <a:t>程式</a:t>
            </a:r>
            <a:r>
              <a:rPr lang="zh-TW" altLang="en-US" b="1" dirty="0" smtClean="0"/>
              <a:t>物件</a:t>
            </a:r>
            <a:endParaRPr lang="zh-TW" altLang="en-US" b="1" dirty="0"/>
          </a:p>
        </p:txBody>
      </p:sp>
      <p:sp>
        <p:nvSpPr>
          <p:cNvPr id="17" name="向右箭號 16"/>
          <p:cNvSpPr/>
          <p:nvPr/>
        </p:nvSpPr>
        <p:spPr>
          <a:xfrm>
            <a:off x="7914263" y="2198811"/>
            <a:ext cx="571922" cy="487850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b="1"/>
          </a:p>
        </p:txBody>
      </p:sp>
      <p:sp>
        <p:nvSpPr>
          <p:cNvPr id="5" name="矩形 4"/>
          <p:cNvSpPr/>
          <p:nvPr/>
        </p:nvSpPr>
        <p:spPr>
          <a:xfrm>
            <a:off x="3021267" y="2067453"/>
            <a:ext cx="1315947" cy="76662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b="1" dirty="0"/>
              <a:t>領域模型</a:t>
            </a:r>
          </a:p>
        </p:txBody>
      </p:sp>
      <p:sp>
        <p:nvSpPr>
          <p:cNvPr id="4" name="矩形 3"/>
          <p:cNvSpPr/>
          <p:nvPr/>
        </p:nvSpPr>
        <p:spPr>
          <a:xfrm>
            <a:off x="1213167" y="2067453"/>
            <a:ext cx="1315947" cy="76662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b="1" dirty="0"/>
              <a:t>領域知識</a:t>
            </a:r>
          </a:p>
        </p:txBody>
      </p:sp>
      <p:sp>
        <p:nvSpPr>
          <p:cNvPr id="6" name="矩形 5"/>
          <p:cNvSpPr/>
          <p:nvPr/>
        </p:nvSpPr>
        <p:spPr>
          <a:xfrm>
            <a:off x="4829367" y="2060205"/>
            <a:ext cx="1315947" cy="76662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b="1" dirty="0"/>
              <a:t>領域物件</a:t>
            </a:r>
          </a:p>
        </p:txBody>
      </p:sp>
      <p:sp>
        <p:nvSpPr>
          <p:cNvPr id="7" name="向右箭號 6"/>
          <p:cNvSpPr/>
          <p:nvPr/>
        </p:nvSpPr>
        <p:spPr>
          <a:xfrm>
            <a:off x="4297573" y="2199591"/>
            <a:ext cx="571922" cy="487850"/>
          </a:xfrm>
          <a:prstGeom prst="righ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b="1"/>
          </a:p>
        </p:txBody>
      </p:sp>
      <p:sp>
        <p:nvSpPr>
          <p:cNvPr id="8" name="向右箭號 7"/>
          <p:cNvSpPr/>
          <p:nvPr/>
        </p:nvSpPr>
        <p:spPr>
          <a:xfrm>
            <a:off x="2489473" y="2199591"/>
            <a:ext cx="571922" cy="487850"/>
          </a:xfrm>
          <a:prstGeom prst="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b="1"/>
          </a:p>
        </p:txBody>
      </p:sp>
      <p:sp>
        <p:nvSpPr>
          <p:cNvPr id="9" name="向右箭號 8"/>
          <p:cNvSpPr/>
          <p:nvPr/>
        </p:nvSpPr>
        <p:spPr>
          <a:xfrm>
            <a:off x="657816" y="2206839"/>
            <a:ext cx="571922" cy="487850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b="1"/>
          </a:p>
        </p:txBody>
      </p:sp>
      <p:sp>
        <p:nvSpPr>
          <p:cNvPr id="10" name="向右箭號 9"/>
          <p:cNvSpPr/>
          <p:nvPr/>
        </p:nvSpPr>
        <p:spPr>
          <a:xfrm>
            <a:off x="6105674" y="2191563"/>
            <a:ext cx="571922" cy="487850"/>
          </a:xfrm>
          <a:prstGeom prst="righ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b="1"/>
          </a:p>
        </p:txBody>
      </p:sp>
      <p:sp>
        <p:nvSpPr>
          <p:cNvPr id="20" name="向右箭號 19"/>
          <p:cNvSpPr/>
          <p:nvPr/>
        </p:nvSpPr>
        <p:spPr>
          <a:xfrm rot="5400000">
            <a:off x="5074830" y="2842763"/>
            <a:ext cx="529018" cy="372256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b="1"/>
          </a:p>
        </p:txBody>
      </p:sp>
      <p:sp>
        <p:nvSpPr>
          <p:cNvPr id="24" name="向右箭號 23"/>
          <p:cNvSpPr/>
          <p:nvPr/>
        </p:nvSpPr>
        <p:spPr>
          <a:xfrm rot="16200000" flipV="1">
            <a:off x="5375078" y="2842764"/>
            <a:ext cx="529018" cy="372256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b="1"/>
          </a:p>
        </p:txBody>
      </p:sp>
      <p:sp>
        <p:nvSpPr>
          <p:cNvPr id="21" name="向右箭號 20"/>
          <p:cNvSpPr/>
          <p:nvPr/>
        </p:nvSpPr>
        <p:spPr>
          <a:xfrm rot="5400000">
            <a:off x="6934822" y="2841192"/>
            <a:ext cx="529018" cy="372256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b="1"/>
          </a:p>
        </p:txBody>
      </p:sp>
      <p:sp>
        <p:nvSpPr>
          <p:cNvPr id="25" name="向右箭號 24"/>
          <p:cNvSpPr/>
          <p:nvPr/>
        </p:nvSpPr>
        <p:spPr>
          <a:xfrm rot="16200000" flipV="1">
            <a:off x="7235070" y="2841193"/>
            <a:ext cx="529018" cy="372256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b="1"/>
          </a:p>
        </p:txBody>
      </p:sp>
      <p:sp>
        <p:nvSpPr>
          <p:cNvPr id="26" name="向右箭號 25"/>
          <p:cNvSpPr/>
          <p:nvPr/>
        </p:nvSpPr>
        <p:spPr>
          <a:xfrm rot="5400000">
            <a:off x="3214838" y="2828020"/>
            <a:ext cx="529018" cy="372256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b="1"/>
          </a:p>
        </p:txBody>
      </p:sp>
      <p:sp>
        <p:nvSpPr>
          <p:cNvPr id="27" name="向右箭號 26"/>
          <p:cNvSpPr/>
          <p:nvPr/>
        </p:nvSpPr>
        <p:spPr>
          <a:xfrm rot="16200000" flipV="1">
            <a:off x="3515086" y="2828021"/>
            <a:ext cx="529018" cy="372256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b="1"/>
          </a:p>
        </p:txBody>
      </p:sp>
      <p:sp>
        <p:nvSpPr>
          <p:cNvPr id="28" name="向右箭號 27"/>
          <p:cNvSpPr/>
          <p:nvPr/>
        </p:nvSpPr>
        <p:spPr>
          <a:xfrm rot="5400000">
            <a:off x="1404689" y="2815129"/>
            <a:ext cx="529018" cy="372256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b="1"/>
          </a:p>
        </p:txBody>
      </p:sp>
      <p:sp>
        <p:nvSpPr>
          <p:cNvPr id="29" name="向右箭號 28"/>
          <p:cNvSpPr/>
          <p:nvPr/>
        </p:nvSpPr>
        <p:spPr>
          <a:xfrm rot="16200000" flipV="1">
            <a:off x="1704937" y="2815130"/>
            <a:ext cx="529018" cy="372256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b="1"/>
          </a:p>
        </p:txBody>
      </p:sp>
    </p:spTree>
    <p:extLst>
      <p:ext uri="{BB962C8B-B14F-4D97-AF65-F5344CB8AC3E}">
        <p14:creationId xmlns:p14="http://schemas.microsoft.com/office/powerpoint/2010/main" val="2109726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0" grpId="0" animBg="1"/>
      <p:bldP spid="24" grpId="0" animBg="1"/>
      <p:bldP spid="21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Q</a:t>
            </a:r>
            <a:r>
              <a:rPr lang="zh-TW" altLang="en-US" dirty="0"/>
              <a:t> </a:t>
            </a:r>
            <a:r>
              <a:rPr lang="en-US" altLang="zh-TW" dirty="0"/>
              <a:t>&amp;</a:t>
            </a:r>
            <a:r>
              <a:rPr lang="zh-TW" altLang="en-US" dirty="0"/>
              <a:t> </a:t>
            </a:r>
            <a:r>
              <a:rPr lang="en-US" altLang="zh-TW" dirty="0"/>
              <a:t>A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TW" altLang="en-US" sz="3900" dirty="0"/>
              <a:t>領域驅動設計</a:t>
            </a:r>
            <a:endParaRPr lang="en-US" altLang="zh-TW" sz="3900" dirty="0"/>
          </a:p>
          <a:p>
            <a:r>
              <a:rPr lang="en-US" altLang="zh-TW" sz="1900" dirty="0"/>
              <a:t>K.NET</a:t>
            </a:r>
            <a:r>
              <a:rPr lang="zh-TW" altLang="en-US" sz="1900" dirty="0"/>
              <a:t>講師 </a:t>
            </a:r>
            <a:r>
              <a:rPr lang="en-US" altLang="zh-TW" sz="1900" dirty="0"/>
              <a:t>Clark</a:t>
            </a:r>
            <a:endParaRPr lang="zh-TW" altLang="en-US" sz="1900" dirty="0"/>
          </a:p>
        </p:txBody>
      </p:sp>
    </p:spTree>
    <p:extLst>
      <p:ext uri="{BB962C8B-B14F-4D97-AF65-F5344CB8AC3E}">
        <p14:creationId xmlns:p14="http://schemas.microsoft.com/office/powerpoint/2010/main" val="456238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匯合">
  <a:themeElements>
    <a:clrScheme name="匯合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匯合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匯合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k.net</Template>
  <TotalTime>492</TotalTime>
  <Words>1021</Words>
  <Application>Microsoft Office PowerPoint</Application>
  <PresentationFormat>如螢幕大小 (16:9)</PresentationFormat>
  <Paragraphs>304</Paragraphs>
  <Slides>51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51</vt:i4>
      </vt:variant>
    </vt:vector>
  </HeadingPairs>
  <TitlesOfParts>
    <vt:vector size="60" baseType="lpstr">
      <vt:lpstr>微軟正黑體</vt:lpstr>
      <vt:lpstr>新細明體</vt:lpstr>
      <vt:lpstr>Arial</vt:lpstr>
      <vt:lpstr>Calibri</vt:lpstr>
      <vt:lpstr>Lucida Sans Unicode</vt:lpstr>
      <vt:lpstr>Verdana</vt:lpstr>
      <vt:lpstr>Wingdings 2</vt:lpstr>
      <vt:lpstr>Wingdings 3</vt:lpstr>
      <vt:lpstr>匯合</vt:lpstr>
      <vt:lpstr>領域驅動設計</vt:lpstr>
      <vt:lpstr>關於我</vt:lpstr>
      <vt:lpstr>Agenda</vt:lpstr>
      <vt:lpstr>大家以為的軟體開發</vt:lpstr>
      <vt:lpstr>實際運作的軟體開發</vt:lpstr>
      <vt:lpstr>問題在哪邊? - 缺少開發流程</vt:lpstr>
      <vt:lpstr>問題在哪邊? - 缺少架構設計</vt:lpstr>
      <vt:lpstr>Agenda</vt:lpstr>
      <vt:lpstr>領域驅動設計</vt:lpstr>
      <vt:lpstr>三層式架構設計</vt:lpstr>
      <vt:lpstr>創造競爭力</vt:lpstr>
      <vt:lpstr>Agenda</vt:lpstr>
      <vt:lpstr>軟體的用途</vt:lpstr>
      <vt:lpstr>專業的服務</vt:lpstr>
      <vt:lpstr>使用者故事對照</vt:lpstr>
      <vt:lpstr>使用者故事對照 - 參考資料</vt:lpstr>
      <vt:lpstr>Agenda</vt:lpstr>
      <vt:lpstr>網路拓樸</vt:lpstr>
      <vt:lpstr>使用案例</vt:lpstr>
      <vt:lpstr>Prototype</vt:lpstr>
      <vt:lpstr>功能清單</vt:lpstr>
      <vt:lpstr>領域模型</vt:lpstr>
      <vt:lpstr>領域模型</vt:lpstr>
      <vt:lpstr>領域模型</vt:lpstr>
      <vt:lpstr>領域模型</vt:lpstr>
      <vt:lpstr>領域模型</vt:lpstr>
      <vt:lpstr>Agenda</vt:lpstr>
      <vt:lpstr>詞彙表</vt:lpstr>
      <vt:lpstr>領域物件</vt:lpstr>
      <vt:lpstr>切割物件：Entity</vt:lpstr>
      <vt:lpstr>切割物件：Entity</vt:lpstr>
      <vt:lpstr>系統邊界：Repository</vt:lpstr>
      <vt:lpstr>系統邊界：Repository</vt:lpstr>
      <vt:lpstr>定義關聯：Value Object</vt:lpstr>
      <vt:lpstr>定義關聯：Association</vt:lpstr>
      <vt:lpstr>定義關聯：Association</vt:lpstr>
      <vt:lpstr>散落職責：Method</vt:lpstr>
      <vt:lpstr>散落職責：Property</vt:lpstr>
      <vt:lpstr>散落職責：Property</vt:lpstr>
      <vt:lpstr>散落職責：Service</vt:lpstr>
      <vt:lpstr>功能交互：順序圖</vt:lpstr>
      <vt:lpstr>系統設計</vt:lpstr>
      <vt:lpstr>Agenda</vt:lpstr>
      <vt:lpstr>建立Domain</vt:lpstr>
      <vt:lpstr>建立Accesses</vt:lpstr>
      <vt:lpstr>套用DI Framework</vt:lpstr>
      <vt:lpstr>建立Presentation</vt:lpstr>
      <vt:lpstr>系統實作</vt:lpstr>
      <vt:lpstr>Agenda</vt:lpstr>
      <vt:lpstr>回饋模型</vt:lpstr>
      <vt:lpstr>Q &amp; A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領域驅動設計</dc:title>
  <dc:creator>Clark Chou</dc:creator>
  <cp:lastModifiedBy>Clark Chou</cp:lastModifiedBy>
  <cp:revision>201</cp:revision>
  <dcterms:created xsi:type="dcterms:W3CDTF">2016-06-24T01:53:00Z</dcterms:created>
  <dcterms:modified xsi:type="dcterms:W3CDTF">2017-01-09T09:51:35Z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1028-10.8.0.5615</vt:lpwstr>
  </property>
</Properties>
</file>