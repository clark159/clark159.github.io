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4A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30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66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10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64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87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008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37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859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50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54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31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72DCD-3CE6-49FD-AE48-41A505CD25D0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635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4756558" y="478173"/>
            <a:ext cx="5159229" cy="6098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 smtClean="0"/>
              <a:t>ASP.NET Core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851869" y="1050020"/>
            <a:ext cx="2414630" cy="1298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Request</a:t>
            </a:r>
            <a:r>
              <a:rPr lang="zh-TW" altLang="en-US" dirty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015454" y="1510016"/>
            <a:ext cx="2087461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GET / HTTP/1.1</a:t>
            </a:r>
          </a:p>
          <a:p>
            <a:r>
              <a:rPr lang="en-US" altLang="zh-TW" dirty="0" smtClean="0"/>
              <a:t>Host: localhost:5000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983061" y="1916185"/>
            <a:ext cx="1951839" cy="340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 smtClean="0"/>
              <a:t>HttpContext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52240" y="2348916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HttpRequest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152240" y="2896997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Session</a:t>
            </a:r>
            <a:endParaRPr lang="zh-TW" altLang="en-US" dirty="0" smtClean="0"/>
          </a:p>
        </p:txBody>
      </p:sp>
      <p:sp>
        <p:nvSpPr>
          <p:cNvPr id="9" name="矩形 8"/>
          <p:cNvSpPr/>
          <p:nvPr/>
        </p:nvSpPr>
        <p:spPr>
          <a:xfrm>
            <a:off x="5152240" y="3501005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ClaimsPrincipal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152240" y="4106061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HttpResponse</a:t>
            </a:r>
            <a:endParaRPr lang="zh-TW" altLang="en-US" dirty="0" smtClean="0"/>
          </a:p>
        </p:txBody>
      </p:sp>
      <p:sp>
        <p:nvSpPr>
          <p:cNvPr id="21" name="矩形 20"/>
          <p:cNvSpPr/>
          <p:nvPr/>
        </p:nvSpPr>
        <p:spPr>
          <a:xfrm>
            <a:off x="5152240" y="4709718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22" name="向右箭號 21"/>
          <p:cNvSpPr/>
          <p:nvPr/>
        </p:nvSpPr>
        <p:spPr>
          <a:xfrm>
            <a:off x="1493240" y="2348916"/>
            <a:ext cx="3389153" cy="54808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1774269" y="2806637"/>
            <a:ext cx="503339" cy="5021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0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4756558" y="478173"/>
            <a:ext cx="5159229" cy="6098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 smtClean="0"/>
              <a:t>ASP.NET Core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851869" y="1050020"/>
            <a:ext cx="2414630" cy="1298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Request</a:t>
            </a:r>
            <a:r>
              <a:rPr lang="zh-TW" altLang="en-US" dirty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015454" y="1510016"/>
            <a:ext cx="2087461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GET / HTTP/1.1</a:t>
            </a:r>
          </a:p>
          <a:p>
            <a:r>
              <a:rPr lang="en-US" altLang="zh-TW" dirty="0" smtClean="0"/>
              <a:t>Host: localhost:5000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983061" y="1916185"/>
            <a:ext cx="1951839" cy="340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 smtClean="0"/>
              <a:t>HttpContext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52240" y="2348916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HttpRequest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152240" y="2896997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Session</a:t>
            </a:r>
            <a:endParaRPr lang="zh-TW" altLang="en-US" dirty="0" smtClean="0"/>
          </a:p>
        </p:txBody>
      </p:sp>
      <p:sp>
        <p:nvSpPr>
          <p:cNvPr id="9" name="矩形 8"/>
          <p:cNvSpPr/>
          <p:nvPr/>
        </p:nvSpPr>
        <p:spPr>
          <a:xfrm>
            <a:off x="5152240" y="3501005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ClaimsPrincipal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152240" y="4106061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HttpResponse</a:t>
            </a:r>
            <a:endParaRPr lang="zh-TW" altLang="en-US" dirty="0" smtClean="0"/>
          </a:p>
        </p:txBody>
      </p:sp>
      <p:sp>
        <p:nvSpPr>
          <p:cNvPr id="21" name="矩形 20"/>
          <p:cNvSpPr/>
          <p:nvPr/>
        </p:nvSpPr>
        <p:spPr>
          <a:xfrm>
            <a:off x="5152240" y="4709718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22" name="向右箭號 21"/>
          <p:cNvSpPr/>
          <p:nvPr/>
        </p:nvSpPr>
        <p:spPr>
          <a:xfrm>
            <a:off x="1493240" y="2348916"/>
            <a:ext cx="3389153" cy="54808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7681522" y="1918631"/>
            <a:ext cx="1951839" cy="34024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Pipeline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7846506" y="2576639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7846506" y="3468757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7846506" y="4360875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7" name="弧形箭號 (下彎) 36"/>
          <p:cNvSpPr/>
          <p:nvPr/>
        </p:nvSpPr>
        <p:spPr>
          <a:xfrm>
            <a:off x="5830348" y="961757"/>
            <a:ext cx="3045203" cy="86616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8" name="弧形箭號 (下彎) 37"/>
          <p:cNvSpPr/>
          <p:nvPr/>
        </p:nvSpPr>
        <p:spPr>
          <a:xfrm rot="10800000">
            <a:off x="5739467" y="5406705"/>
            <a:ext cx="3045203" cy="86616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9" name="向下箭號 38"/>
          <p:cNvSpPr/>
          <p:nvPr/>
        </p:nvSpPr>
        <p:spPr>
          <a:xfrm>
            <a:off x="8366624" y="2004968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向下箭號 39"/>
          <p:cNvSpPr/>
          <p:nvPr/>
        </p:nvSpPr>
        <p:spPr>
          <a:xfrm>
            <a:off x="8366624" y="2945184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8368021" y="3835388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向下箭號 41"/>
          <p:cNvSpPr/>
          <p:nvPr/>
        </p:nvSpPr>
        <p:spPr>
          <a:xfrm>
            <a:off x="8368021" y="4737865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1774269" y="2806637"/>
            <a:ext cx="503339" cy="50212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45" name="橢圓 44"/>
          <p:cNvSpPr/>
          <p:nvPr/>
        </p:nvSpPr>
        <p:spPr>
          <a:xfrm>
            <a:off x="8875551" y="1124448"/>
            <a:ext cx="503339" cy="5021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454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4756558" y="478173"/>
            <a:ext cx="5159229" cy="6098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 smtClean="0"/>
              <a:t>ASP.NET Core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851869" y="1050020"/>
            <a:ext cx="2414630" cy="1298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Request</a:t>
            </a:r>
            <a:r>
              <a:rPr lang="zh-TW" altLang="en-US" dirty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015454" y="1510016"/>
            <a:ext cx="2087461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GET / HTTP/1.1</a:t>
            </a:r>
          </a:p>
          <a:p>
            <a:r>
              <a:rPr lang="en-US" altLang="zh-TW" dirty="0" smtClean="0"/>
              <a:t>Host: localhost:5000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1930" y="4634916"/>
            <a:ext cx="2354509" cy="12275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Response</a:t>
            </a:r>
            <a:r>
              <a:rPr lang="zh-TW" altLang="en-US" dirty="0" smtClean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25939" y="5029898"/>
            <a:ext cx="2027340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HTTP/1.1 200 OK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983061" y="1916185"/>
            <a:ext cx="1951839" cy="340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 smtClean="0"/>
              <a:t>HttpContext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52240" y="2348916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HttpRequest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152240" y="2896997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Session</a:t>
            </a:r>
            <a:endParaRPr lang="zh-TW" altLang="en-US" dirty="0" smtClean="0"/>
          </a:p>
        </p:txBody>
      </p:sp>
      <p:sp>
        <p:nvSpPr>
          <p:cNvPr id="9" name="矩形 8"/>
          <p:cNvSpPr/>
          <p:nvPr/>
        </p:nvSpPr>
        <p:spPr>
          <a:xfrm>
            <a:off x="5152240" y="3501005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ClaimsPrincipal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152240" y="4106061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HttpResponse</a:t>
            </a:r>
            <a:endParaRPr lang="zh-TW" altLang="en-US" dirty="0" smtClean="0"/>
          </a:p>
        </p:txBody>
      </p:sp>
      <p:sp>
        <p:nvSpPr>
          <p:cNvPr id="21" name="矩形 20"/>
          <p:cNvSpPr/>
          <p:nvPr/>
        </p:nvSpPr>
        <p:spPr>
          <a:xfrm>
            <a:off x="5152240" y="4709718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22" name="向右箭號 21"/>
          <p:cNvSpPr/>
          <p:nvPr/>
        </p:nvSpPr>
        <p:spPr>
          <a:xfrm>
            <a:off x="1493240" y="2348916"/>
            <a:ext cx="3389153" cy="54808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左箭號 22"/>
          <p:cNvSpPr/>
          <p:nvPr/>
        </p:nvSpPr>
        <p:spPr>
          <a:xfrm>
            <a:off x="1477859" y="4086835"/>
            <a:ext cx="3389153" cy="548081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7681522" y="1918631"/>
            <a:ext cx="1951839" cy="34024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Pipeline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7846506" y="2576639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7846506" y="3468757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7846506" y="4360875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7" name="弧形箭號 (下彎) 36"/>
          <p:cNvSpPr/>
          <p:nvPr/>
        </p:nvSpPr>
        <p:spPr>
          <a:xfrm>
            <a:off x="5830348" y="961757"/>
            <a:ext cx="3045203" cy="866165"/>
          </a:xfrm>
          <a:prstGeom prst="curved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8" name="弧形箭號 (下彎) 37"/>
          <p:cNvSpPr/>
          <p:nvPr/>
        </p:nvSpPr>
        <p:spPr>
          <a:xfrm rot="10800000">
            <a:off x="5739467" y="5406705"/>
            <a:ext cx="3045203" cy="866165"/>
          </a:xfrm>
          <a:prstGeom prst="curved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9" name="向下箭號 38"/>
          <p:cNvSpPr/>
          <p:nvPr/>
        </p:nvSpPr>
        <p:spPr>
          <a:xfrm>
            <a:off x="8366624" y="2004968"/>
            <a:ext cx="581634" cy="68553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向下箭號 39"/>
          <p:cNvSpPr/>
          <p:nvPr/>
        </p:nvSpPr>
        <p:spPr>
          <a:xfrm>
            <a:off x="8366624" y="2945184"/>
            <a:ext cx="581634" cy="68553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8368021" y="3835388"/>
            <a:ext cx="581634" cy="68553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向下箭號 41"/>
          <p:cNvSpPr/>
          <p:nvPr/>
        </p:nvSpPr>
        <p:spPr>
          <a:xfrm>
            <a:off x="8368021" y="4737865"/>
            <a:ext cx="581634" cy="68553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1774269" y="2806637"/>
            <a:ext cx="503339" cy="50212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44" name="橢圓 43"/>
          <p:cNvSpPr/>
          <p:nvPr/>
        </p:nvSpPr>
        <p:spPr>
          <a:xfrm>
            <a:off x="4132974" y="3647812"/>
            <a:ext cx="503339" cy="5021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45" name="橢圓 44"/>
          <p:cNvSpPr/>
          <p:nvPr/>
        </p:nvSpPr>
        <p:spPr>
          <a:xfrm>
            <a:off x="8875551" y="1124448"/>
            <a:ext cx="503339" cy="50212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755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4756558" y="478173"/>
            <a:ext cx="5159229" cy="6098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 smtClean="0"/>
              <a:t>ASP.NET Core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851869" y="1050020"/>
            <a:ext cx="2414630" cy="1298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Request</a:t>
            </a:r>
            <a:r>
              <a:rPr lang="zh-TW" altLang="en-US" dirty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015454" y="1510016"/>
            <a:ext cx="2087461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GET / HTTP/1.1</a:t>
            </a:r>
          </a:p>
          <a:p>
            <a:r>
              <a:rPr lang="en-US" altLang="zh-TW" dirty="0" smtClean="0"/>
              <a:t>Host: localhost:5000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1930" y="4634916"/>
            <a:ext cx="2354509" cy="12275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Response</a:t>
            </a:r>
            <a:r>
              <a:rPr lang="zh-TW" altLang="en-US" dirty="0" smtClean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25939" y="5029898"/>
            <a:ext cx="2027340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HTTP/1.1 200 OK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983061" y="1916185"/>
            <a:ext cx="1951839" cy="340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 smtClean="0"/>
              <a:t>HttpContext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52240" y="2348916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HttpRequest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152240" y="2896997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Session</a:t>
            </a:r>
            <a:endParaRPr lang="zh-TW" altLang="en-US" dirty="0" smtClean="0"/>
          </a:p>
        </p:txBody>
      </p:sp>
      <p:sp>
        <p:nvSpPr>
          <p:cNvPr id="9" name="矩形 8"/>
          <p:cNvSpPr/>
          <p:nvPr/>
        </p:nvSpPr>
        <p:spPr>
          <a:xfrm>
            <a:off x="5152240" y="3501005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ClaimsPrincipal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152240" y="4106061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 smtClean="0"/>
              <a:t>HttpResponse</a:t>
            </a:r>
            <a:endParaRPr lang="zh-TW" altLang="en-US" dirty="0" smtClean="0"/>
          </a:p>
        </p:txBody>
      </p:sp>
      <p:sp>
        <p:nvSpPr>
          <p:cNvPr id="21" name="矩形 20"/>
          <p:cNvSpPr/>
          <p:nvPr/>
        </p:nvSpPr>
        <p:spPr>
          <a:xfrm>
            <a:off x="5152240" y="4709718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22" name="向右箭號 21"/>
          <p:cNvSpPr/>
          <p:nvPr/>
        </p:nvSpPr>
        <p:spPr>
          <a:xfrm>
            <a:off x="1493240" y="2348916"/>
            <a:ext cx="3389153" cy="54808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左箭號 22"/>
          <p:cNvSpPr/>
          <p:nvPr/>
        </p:nvSpPr>
        <p:spPr>
          <a:xfrm>
            <a:off x="1477859" y="4086835"/>
            <a:ext cx="3389153" cy="548081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7681522" y="1918631"/>
            <a:ext cx="1951839" cy="34024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Pipeline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7846506" y="2576639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7846506" y="3468757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7846506" y="4360875"/>
            <a:ext cx="1630260" cy="459996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Middleware</a:t>
            </a:r>
            <a:endParaRPr lang="zh-TW" altLang="en-US" dirty="0"/>
          </a:p>
        </p:txBody>
      </p:sp>
      <p:sp>
        <p:nvSpPr>
          <p:cNvPr id="37" name="弧形箭號 (下彎) 36"/>
          <p:cNvSpPr/>
          <p:nvPr/>
        </p:nvSpPr>
        <p:spPr>
          <a:xfrm>
            <a:off x="5830348" y="961757"/>
            <a:ext cx="3045203" cy="86616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8" name="弧形箭號 (下彎) 37"/>
          <p:cNvSpPr/>
          <p:nvPr/>
        </p:nvSpPr>
        <p:spPr>
          <a:xfrm rot="10800000">
            <a:off x="5739467" y="5406705"/>
            <a:ext cx="3045203" cy="86616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9" name="向下箭號 38"/>
          <p:cNvSpPr/>
          <p:nvPr/>
        </p:nvSpPr>
        <p:spPr>
          <a:xfrm>
            <a:off x="8366624" y="2004968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向下箭號 39"/>
          <p:cNvSpPr/>
          <p:nvPr/>
        </p:nvSpPr>
        <p:spPr>
          <a:xfrm>
            <a:off x="8366624" y="2945184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8368021" y="3835388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向下箭號 41"/>
          <p:cNvSpPr/>
          <p:nvPr/>
        </p:nvSpPr>
        <p:spPr>
          <a:xfrm>
            <a:off x="8368021" y="4737865"/>
            <a:ext cx="581634" cy="68553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1774269" y="2806637"/>
            <a:ext cx="503339" cy="5021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44" name="橢圓 43"/>
          <p:cNvSpPr/>
          <p:nvPr/>
        </p:nvSpPr>
        <p:spPr>
          <a:xfrm>
            <a:off x="4132974" y="3647812"/>
            <a:ext cx="503339" cy="5021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45" name="橢圓 44"/>
          <p:cNvSpPr/>
          <p:nvPr/>
        </p:nvSpPr>
        <p:spPr>
          <a:xfrm>
            <a:off x="8875551" y="1124448"/>
            <a:ext cx="503339" cy="5021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51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101</Words>
  <Application>Microsoft Office PowerPoint</Application>
  <PresentationFormat>寬螢幕</PresentationFormat>
  <Paragraphs>65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Clark Chou</dc:creator>
  <cp:lastModifiedBy>Clark Chou</cp:lastModifiedBy>
  <cp:revision>26</cp:revision>
  <dcterms:created xsi:type="dcterms:W3CDTF">2016-10-18T06:38:59Z</dcterms:created>
  <dcterms:modified xsi:type="dcterms:W3CDTF">2016-10-18T07:51:02Z</dcterms:modified>
</cp:coreProperties>
</file>