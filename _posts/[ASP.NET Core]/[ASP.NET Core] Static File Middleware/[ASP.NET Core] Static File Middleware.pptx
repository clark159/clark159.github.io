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7" r:id="rId5"/>
    <p:sldId id="266" r:id="rId6"/>
    <p:sldId id="268" r:id="rId7"/>
    <p:sldId id="269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4474A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77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2DCD-3CE6-49FD-AE48-41A505CD25D0}" type="datetimeFigureOut">
              <a:rPr lang="zh-TW" altLang="en-US" smtClean="0"/>
              <a:t>2016/10/21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72DCD-3CE6-49FD-AE48-41A505CD25D0}" type="datetimeFigureOut">
              <a:rPr lang="zh-TW" altLang="en-US" smtClean="0"/>
              <a:t>2016/10/21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D0A8F-8EAF-4696-8DE8-D914407666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4226303" y="478173"/>
            <a:ext cx="5159229" cy="60987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TW" dirty="0" smtClean="0"/>
              <a:t>Web Site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862317" y="1050020"/>
            <a:ext cx="2873927" cy="12988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HTTP Request</a:t>
            </a:r>
            <a:r>
              <a:rPr lang="zh-TW" altLang="en-US" dirty="0"/>
              <a:t> </a:t>
            </a:r>
            <a:r>
              <a:rPr lang="en-US" altLang="zh-TW" dirty="0" smtClean="0"/>
              <a:t>Packet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63653" y="1510016"/>
            <a:ext cx="2509008" cy="679509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GET /page.htm </a:t>
            </a:r>
            <a:r>
              <a:rPr lang="en-US" altLang="zh-TW" dirty="0" smtClean="0"/>
              <a:t>HTTP/1.1</a:t>
            </a:r>
          </a:p>
          <a:p>
            <a:r>
              <a:rPr lang="en-US" altLang="zh-TW" dirty="0" smtClean="0"/>
              <a:t>Host: localhost:5000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862317" y="4634916"/>
            <a:ext cx="2873927" cy="122759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HTTP Response</a:t>
            </a:r>
            <a:r>
              <a:rPr lang="zh-TW" altLang="en-US" dirty="0" smtClean="0"/>
              <a:t> </a:t>
            </a:r>
            <a:r>
              <a:rPr lang="en-US" altLang="zh-TW" dirty="0" smtClean="0"/>
              <a:t>Packet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63653" y="5029898"/>
            <a:ext cx="2459371" cy="679509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HTTP/1.1 200 OK</a:t>
            </a:r>
          </a:p>
          <a:p>
            <a:r>
              <a:rPr lang="en-US" altLang="zh-TW" dirty="0"/>
              <a:t>Content-Type: text/html </a:t>
            </a:r>
            <a:endParaRPr lang="zh-TW" altLang="en-US" dirty="0"/>
          </a:p>
        </p:txBody>
      </p:sp>
      <p:sp>
        <p:nvSpPr>
          <p:cNvPr id="22" name="向右箭號 21"/>
          <p:cNvSpPr/>
          <p:nvPr/>
        </p:nvSpPr>
        <p:spPr>
          <a:xfrm>
            <a:off x="686151" y="2348916"/>
            <a:ext cx="3665988" cy="54808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向左箭號 22"/>
          <p:cNvSpPr/>
          <p:nvPr/>
        </p:nvSpPr>
        <p:spPr>
          <a:xfrm>
            <a:off x="686149" y="4086835"/>
            <a:ext cx="3665989" cy="548081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圖說文字 48"/>
          <p:cNvSpPr/>
          <p:nvPr/>
        </p:nvSpPr>
        <p:spPr>
          <a:xfrm>
            <a:off x="8223134" y="3421352"/>
            <a:ext cx="3770508" cy="1077287"/>
          </a:xfrm>
          <a:prstGeom prst="wedgeRectCallout">
            <a:avLst>
              <a:gd name="adj1" fmla="val -79806"/>
              <a:gd name="adj2" fmla="val -4239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zh-TW" altLang="en-US" dirty="0"/>
              <a:t>剖析</a:t>
            </a:r>
            <a:r>
              <a:rPr lang="en-US" altLang="zh-TW" dirty="0"/>
              <a:t>HTTP Request</a:t>
            </a:r>
            <a:r>
              <a:rPr lang="zh-TW" altLang="en-US" dirty="0"/>
              <a:t>封包的</a:t>
            </a:r>
            <a:r>
              <a:rPr lang="en-US" altLang="zh-TW" dirty="0"/>
              <a:t>URL</a:t>
            </a:r>
            <a:r>
              <a:rPr lang="zh-TW" altLang="en-US" dirty="0"/>
              <a:t>路徑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/>
              <a:t>取得</a:t>
            </a:r>
            <a:r>
              <a:rPr lang="zh-TW" altLang="en-US" dirty="0" smtClean="0"/>
              <a:t>對應的</a:t>
            </a:r>
            <a:r>
              <a:rPr lang="en-US" altLang="zh-TW" dirty="0"/>
              <a:t>File</a:t>
            </a:r>
            <a:r>
              <a:rPr lang="zh-TW" altLang="en-US" dirty="0" smtClean="0"/>
              <a:t>路徑的</a:t>
            </a:r>
            <a:r>
              <a:rPr lang="zh-TW" altLang="en-US" dirty="0"/>
              <a:t>檔案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/>
              <a:t>將檔案封裝為</a:t>
            </a:r>
            <a:r>
              <a:rPr lang="en-US" altLang="zh-TW" dirty="0"/>
              <a:t>HTTP Response</a:t>
            </a:r>
            <a:r>
              <a:rPr lang="zh-TW" altLang="en-US" dirty="0"/>
              <a:t>封包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258310" y="478173"/>
            <a:ext cx="8699383" cy="6098796"/>
            <a:chOff x="1216404" y="478173"/>
            <a:chExt cx="8699383" cy="6098796"/>
          </a:xfrm>
        </p:grpSpPr>
        <p:sp>
          <p:nvSpPr>
            <p:cNvPr id="47" name="矩形 46"/>
            <p:cNvSpPr/>
            <p:nvPr/>
          </p:nvSpPr>
          <p:spPr>
            <a:xfrm>
              <a:off x="4756558" y="478173"/>
              <a:ext cx="5159229" cy="60987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altLang="zh-TW" dirty="0" smtClean="0"/>
                <a:t>ASP.NET Core</a:t>
              </a:r>
              <a:endParaRPr lang="zh-TW" altLang="en-US" dirty="0"/>
            </a:p>
          </p:txBody>
        </p:sp>
        <p:sp>
          <p:nvSpPr>
            <p:cNvPr id="3" name="矩形 2"/>
            <p:cNvSpPr/>
            <p:nvPr/>
          </p:nvSpPr>
          <p:spPr>
            <a:xfrm>
              <a:off x="1392572" y="1050020"/>
              <a:ext cx="2873927" cy="129889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dirty="0" smtClean="0"/>
                <a:t>HTTP Request</a:t>
              </a:r>
              <a:r>
                <a:rPr lang="zh-TW" altLang="en-US" dirty="0"/>
                <a:t> </a:t>
              </a:r>
              <a:r>
                <a:rPr lang="en-US" altLang="zh-TW" dirty="0" smtClean="0"/>
                <a:t>Packet</a:t>
              </a:r>
              <a:endParaRPr lang="zh-TW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593908" y="1510016"/>
              <a:ext cx="2509008" cy="679509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dirty="0"/>
                <a:t>GET /page.htm </a:t>
              </a:r>
              <a:r>
                <a:rPr lang="en-US" altLang="zh-TW" dirty="0" smtClean="0"/>
                <a:t>HTTP/1.1</a:t>
              </a:r>
            </a:p>
            <a:p>
              <a:r>
                <a:rPr lang="en-US" altLang="zh-TW" dirty="0" smtClean="0"/>
                <a:t>Host: localhost:5000</a:t>
              </a:r>
              <a:endParaRPr lang="zh-TW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1392572" y="4634916"/>
              <a:ext cx="2873927" cy="122759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dirty="0" smtClean="0"/>
                <a:t>HTTP Response</a:t>
              </a:r>
              <a:r>
                <a:rPr lang="zh-TW" altLang="en-US" dirty="0" smtClean="0"/>
                <a:t> </a:t>
              </a:r>
              <a:r>
                <a:rPr lang="en-US" altLang="zh-TW" dirty="0" smtClean="0"/>
                <a:t>Packet</a:t>
              </a:r>
              <a:endParaRPr lang="zh-TW" altLang="en-US" dirty="0"/>
            </a:p>
          </p:txBody>
        </p:sp>
        <p:sp>
          <p:nvSpPr>
            <p:cNvPr id="4" name="矩形 3"/>
            <p:cNvSpPr/>
            <p:nvPr/>
          </p:nvSpPr>
          <p:spPr>
            <a:xfrm>
              <a:off x="1593908" y="5029898"/>
              <a:ext cx="2459371" cy="679509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dirty="0" smtClean="0"/>
                <a:t>HTTP/1.1 200 OK</a:t>
              </a:r>
            </a:p>
            <a:p>
              <a:r>
                <a:rPr lang="en-US" altLang="zh-TW" dirty="0"/>
                <a:t>Content-Type: </a:t>
              </a:r>
              <a:r>
                <a:rPr lang="en-US" altLang="zh-TW" dirty="0" smtClean="0"/>
                <a:t>text/html </a:t>
              </a:r>
              <a:endParaRPr lang="zh-TW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4983061" y="1916185"/>
              <a:ext cx="1951839" cy="3402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dirty="0" err="1" smtClean="0"/>
                <a:t>HttpContext</a:t>
              </a:r>
              <a:endParaRPr lang="zh-TW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5152240" y="2348916"/>
              <a:ext cx="1630260" cy="459996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 err="1" smtClean="0"/>
                <a:t>HttpRequest</a:t>
              </a:r>
              <a:endParaRPr lang="zh-TW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5152240" y="2896997"/>
              <a:ext cx="1630260" cy="459996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 smtClean="0"/>
                <a:t>Session</a:t>
              </a:r>
              <a:endParaRPr lang="zh-TW" altLang="en-US" dirty="0" smtClean="0"/>
            </a:p>
          </p:txBody>
        </p:sp>
        <p:sp>
          <p:nvSpPr>
            <p:cNvPr id="9" name="矩形 8"/>
            <p:cNvSpPr/>
            <p:nvPr/>
          </p:nvSpPr>
          <p:spPr>
            <a:xfrm>
              <a:off x="5152240" y="3501005"/>
              <a:ext cx="1630260" cy="459996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 err="1" smtClean="0"/>
                <a:t>ClaimsPrincipal</a:t>
              </a:r>
              <a:endParaRPr lang="zh-TW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5152240" y="4106061"/>
              <a:ext cx="1630260" cy="459996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 err="1" smtClean="0"/>
                <a:t>HttpResponse</a:t>
              </a:r>
              <a:endParaRPr lang="zh-TW" altLang="en-US" dirty="0" smtClean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5152240" y="4709718"/>
              <a:ext cx="1630260" cy="459996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 smtClean="0"/>
                <a:t>……</a:t>
              </a:r>
              <a:endParaRPr lang="zh-TW" altLang="en-US" dirty="0"/>
            </a:p>
          </p:txBody>
        </p:sp>
        <p:sp>
          <p:nvSpPr>
            <p:cNvPr id="22" name="向右箭號 21"/>
            <p:cNvSpPr/>
            <p:nvPr/>
          </p:nvSpPr>
          <p:spPr>
            <a:xfrm>
              <a:off x="1216406" y="2348916"/>
              <a:ext cx="3665988" cy="548081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向左箭號 22"/>
            <p:cNvSpPr/>
            <p:nvPr/>
          </p:nvSpPr>
          <p:spPr>
            <a:xfrm>
              <a:off x="1216404" y="4086835"/>
              <a:ext cx="3665989" cy="548081"/>
            </a:xfrm>
            <a:prstGeom prst="lef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7681522" y="1918631"/>
              <a:ext cx="1951839" cy="340243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dirty="0" smtClean="0"/>
                <a:t>Pipeline</a:t>
              </a:r>
              <a:endParaRPr lang="zh-TW" altLang="en-US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7846506" y="2576639"/>
              <a:ext cx="1630260" cy="459996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 smtClean="0"/>
                <a:t>Middleware</a:t>
              </a:r>
              <a:endParaRPr lang="zh-TW" altLang="en-US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7846506" y="3468757"/>
              <a:ext cx="1630260" cy="459996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 smtClean="0"/>
                <a:t>Middleware</a:t>
              </a:r>
              <a:endParaRPr lang="zh-TW" altLang="en-US" dirty="0"/>
            </a:p>
          </p:txBody>
        </p:sp>
        <p:sp>
          <p:nvSpPr>
            <p:cNvPr id="36" name="矩形 35"/>
            <p:cNvSpPr/>
            <p:nvPr/>
          </p:nvSpPr>
          <p:spPr>
            <a:xfrm>
              <a:off x="7846506" y="4360875"/>
              <a:ext cx="1630260" cy="459996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 smtClean="0"/>
                <a:t>Middleware</a:t>
              </a:r>
              <a:endParaRPr lang="zh-TW" altLang="en-US" dirty="0"/>
            </a:p>
          </p:txBody>
        </p:sp>
        <p:sp>
          <p:nvSpPr>
            <p:cNvPr id="37" name="弧形箭號 (下彎) 36"/>
            <p:cNvSpPr/>
            <p:nvPr/>
          </p:nvSpPr>
          <p:spPr>
            <a:xfrm>
              <a:off x="5830348" y="961757"/>
              <a:ext cx="3045203" cy="866165"/>
            </a:xfrm>
            <a:prstGeom prst="curved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弧形箭號 (下彎) 37"/>
            <p:cNvSpPr/>
            <p:nvPr/>
          </p:nvSpPr>
          <p:spPr>
            <a:xfrm rot="10800000">
              <a:off x="5739467" y="5406705"/>
              <a:ext cx="3045203" cy="866165"/>
            </a:xfrm>
            <a:prstGeom prst="curved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向下箭號 38"/>
            <p:cNvSpPr/>
            <p:nvPr/>
          </p:nvSpPr>
          <p:spPr>
            <a:xfrm>
              <a:off x="8366624" y="2004968"/>
              <a:ext cx="581634" cy="685535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向下箭號 39"/>
            <p:cNvSpPr/>
            <p:nvPr/>
          </p:nvSpPr>
          <p:spPr>
            <a:xfrm>
              <a:off x="8366624" y="2945184"/>
              <a:ext cx="581634" cy="685535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向下箭號 40"/>
            <p:cNvSpPr/>
            <p:nvPr/>
          </p:nvSpPr>
          <p:spPr>
            <a:xfrm>
              <a:off x="8368021" y="3835388"/>
              <a:ext cx="581634" cy="685535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向下箭號 41"/>
            <p:cNvSpPr/>
            <p:nvPr/>
          </p:nvSpPr>
          <p:spPr>
            <a:xfrm>
              <a:off x="8368021" y="4737865"/>
              <a:ext cx="581634" cy="685535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9" name="直線接點 18"/>
          <p:cNvCxnSpPr/>
          <p:nvPr/>
        </p:nvCxnSpPr>
        <p:spPr>
          <a:xfrm flipV="1">
            <a:off x="8518672" y="3036635"/>
            <a:ext cx="929080" cy="432124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518672" y="3928753"/>
            <a:ext cx="929080" cy="432122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9447752" y="3036635"/>
            <a:ext cx="1630260" cy="1324240"/>
          </a:xfrm>
          <a:prstGeom prst="rect">
            <a:avLst/>
          </a:prstGeom>
          <a:ln w="38100">
            <a:solidFill>
              <a:srgbClr val="ED7D3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StaticFile</a:t>
            </a:r>
            <a:r>
              <a:rPr lang="en-US" altLang="zh-TW" dirty="0" smtClean="0"/>
              <a:t> </a:t>
            </a:r>
            <a:r>
              <a:rPr lang="en-US" altLang="zh-TW" dirty="0"/>
              <a:t>Middleware</a:t>
            </a:r>
            <a:endParaRPr lang="zh-TW" altLang="en-US" dirty="0"/>
          </a:p>
        </p:txBody>
      </p:sp>
      <p:sp>
        <p:nvSpPr>
          <p:cNvPr id="12" name="矩形圖說文字 11"/>
          <p:cNvSpPr/>
          <p:nvPr/>
        </p:nvSpPr>
        <p:spPr>
          <a:xfrm>
            <a:off x="8223134" y="4998484"/>
            <a:ext cx="3770508" cy="1077287"/>
          </a:xfrm>
          <a:prstGeom prst="wedgeRectCallout">
            <a:avLst>
              <a:gd name="adj1" fmla="val -8610"/>
              <a:gd name="adj2" fmla="val -10546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zh-TW" altLang="en-US" dirty="0"/>
              <a:t>剖析</a:t>
            </a:r>
            <a:r>
              <a:rPr lang="en-US" altLang="zh-TW" dirty="0"/>
              <a:t>HTTP Request</a:t>
            </a:r>
            <a:r>
              <a:rPr lang="zh-TW" altLang="en-US" dirty="0"/>
              <a:t>封包的</a:t>
            </a:r>
            <a:r>
              <a:rPr lang="en-US" altLang="zh-TW" dirty="0"/>
              <a:t>URL</a:t>
            </a:r>
            <a:r>
              <a:rPr lang="zh-TW" altLang="en-US" dirty="0"/>
              <a:t>路徑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/>
              <a:t>取得對應的</a:t>
            </a:r>
            <a:r>
              <a:rPr lang="en-US" altLang="zh-TW" dirty="0"/>
              <a:t>File</a:t>
            </a:r>
            <a:r>
              <a:rPr lang="zh-TW" altLang="en-US" dirty="0"/>
              <a:t>路徑下的檔案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/>
              <a:t>將檔案封裝為</a:t>
            </a:r>
            <a:r>
              <a:rPr lang="en-US" altLang="zh-TW" dirty="0"/>
              <a:t>HTTP Response</a:t>
            </a:r>
            <a:r>
              <a:rPr lang="zh-TW" altLang="en-US" dirty="0"/>
              <a:t>封包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325821" y="3590552"/>
            <a:ext cx="9711641" cy="337307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325821" y="0"/>
            <a:ext cx="9711641" cy="3373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21641" y="5243805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C:\Users\Clark\Desktop\lab\aaa\page.htm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488739" y="4270225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/</a:t>
            </a:r>
            <a:r>
              <a:rPr lang="en-US" altLang="zh-TW" dirty="0" err="1"/>
              <a:t>aaa</a:t>
            </a:r>
            <a:r>
              <a:rPr lang="en-US" altLang="zh-TW" dirty="0"/>
              <a:t>/page.htm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88739" y="5831854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File</a:t>
            </a:r>
            <a:r>
              <a:rPr lang="zh-TW" altLang="en-US" dirty="0" smtClean="0"/>
              <a:t>根</a:t>
            </a:r>
            <a:r>
              <a:rPr lang="zh-TW" altLang="en-US" dirty="0"/>
              <a:t>路徑</a:t>
            </a:r>
            <a:r>
              <a:rPr lang="en-US" altLang="zh-TW" sz="1400" dirty="0"/>
              <a:t>(</a:t>
            </a:r>
            <a:r>
              <a:rPr lang="zh-TW" altLang="en-US" sz="1400" dirty="0"/>
              <a:t>系統參數</a:t>
            </a:r>
            <a:r>
              <a:rPr lang="en-US" altLang="zh-TW" sz="1400" dirty="0"/>
              <a:t>)</a:t>
            </a:r>
            <a:endParaRPr lang="zh-TW" altLang="en-US" sz="1400" dirty="0"/>
          </a:p>
        </p:txBody>
      </p:sp>
      <p:sp>
        <p:nvSpPr>
          <p:cNvPr id="13" name="加號 12"/>
          <p:cNvSpPr/>
          <p:nvPr/>
        </p:nvSpPr>
        <p:spPr>
          <a:xfrm>
            <a:off x="2025190" y="4728824"/>
            <a:ext cx="1080000" cy="1080000"/>
          </a:xfrm>
          <a:prstGeom prst="mathPl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等於 14"/>
          <p:cNvSpPr/>
          <p:nvPr/>
        </p:nvSpPr>
        <p:spPr>
          <a:xfrm>
            <a:off x="4641641" y="4740339"/>
            <a:ext cx="1080000" cy="1080000"/>
          </a:xfrm>
          <a:prstGeom prst="mathEqual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88739" y="3816063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File</a:t>
            </a:r>
            <a:r>
              <a:rPr lang="zh-TW" altLang="en-US" dirty="0"/>
              <a:t>相對路徑</a:t>
            </a:r>
          </a:p>
        </p:txBody>
      </p:sp>
      <p:sp>
        <p:nvSpPr>
          <p:cNvPr id="24" name="矩形 23"/>
          <p:cNvSpPr/>
          <p:nvPr/>
        </p:nvSpPr>
        <p:spPr>
          <a:xfrm>
            <a:off x="488739" y="6271822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C:\</a:t>
            </a:r>
            <a:r>
              <a:rPr lang="en-US" altLang="zh-TW" dirty="0" smtClean="0"/>
              <a:t>Users\Clark\Desktop\lab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5721641" y="4803449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File</a:t>
            </a:r>
            <a:r>
              <a:rPr lang="zh-TW" altLang="en-US" dirty="0"/>
              <a:t>絕對</a:t>
            </a:r>
            <a:r>
              <a:rPr lang="zh-TW" altLang="en-US" dirty="0" smtClean="0"/>
              <a:t>路徑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88739" y="668263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http://localhost:5000/aaa/page.htm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488739" y="2246148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URL</a:t>
            </a:r>
            <a:r>
              <a:rPr lang="zh-TW" altLang="en-US" dirty="0"/>
              <a:t>根</a:t>
            </a:r>
            <a:r>
              <a:rPr lang="zh-TW" altLang="en-US" dirty="0" smtClean="0"/>
              <a:t>路徑</a:t>
            </a:r>
            <a:r>
              <a:rPr lang="en-US" altLang="zh-TW" sz="1400" dirty="0" smtClean="0"/>
              <a:t>(</a:t>
            </a:r>
            <a:r>
              <a:rPr lang="zh-TW" altLang="en-US" sz="1400" dirty="0" smtClean="0"/>
              <a:t>系統參數</a:t>
            </a:r>
            <a:r>
              <a:rPr lang="en-US" altLang="zh-TW" sz="1400" dirty="0" smtClean="0"/>
              <a:t>)</a:t>
            </a:r>
            <a:endParaRPr lang="zh-TW" altLang="en-US" sz="1400" dirty="0"/>
          </a:p>
        </p:txBody>
      </p:sp>
      <p:sp>
        <p:nvSpPr>
          <p:cNvPr id="7" name="矩形 6"/>
          <p:cNvSpPr/>
          <p:nvPr/>
        </p:nvSpPr>
        <p:spPr>
          <a:xfrm>
            <a:off x="5721641" y="1668758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/</a:t>
            </a:r>
            <a:r>
              <a:rPr lang="en-US" altLang="zh-TW" dirty="0" err="1"/>
              <a:t>aaa</a:t>
            </a:r>
            <a:r>
              <a:rPr lang="en-US" altLang="zh-TW" dirty="0"/>
              <a:t>/page.htm</a:t>
            </a:r>
            <a:endParaRPr lang="zh-TW" altLang="en-US" dirty="0"/>
          </a:p>
        </p:txBody>
      </p:sp>
      <p:sp>
        <p:nvSpPr>
          <p:cNvPr id="8" name="減號 7"/>
          <p:cNvSpPr/>
          <p:nvPr/>
        </p:nvSpPr>
        <p:spPr>
          <a:xfrm>
            <a:off x="2025190" y="1167695"/>
            <a:ext cx="1080000" cy="1080000"/>
          </a:xfrm>
          <a:prstGeom prst="mathMin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等於 13"/>
          <p:cNvSpPr/>
          <p:nvPr/>
        </p:nvSpPr>
        <p:spPr>
          <a:xfrm>
            <a:off x="4641641" y="1166148"/>
            <a:ext cx="1080000" cy="1080000"/>
          </a:xfrm>
          <a:prstGeom prst="mathEqual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88739" y="225920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URL</a:t>
            </a:r>
            <a:r>
              <a:rPr lang="zh-TW" altLang="en-US" dirty="0" smtClean="0"/>
              <a:t>路徑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488739" y="2690933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http://localhost:5000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5721641" y="1216255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File</a:t>
            </a:r>
            <a:r>
              <a:rPr lang="zh-TW" altLang="en-US" dirty="0" smtClean="0"/>
              <a:t>相對路徑</a:t>
            </a:r>
            <a:endParaRPr lang="zh-TW" altLang="en-US" dirty="0"/>
          </a:p>
        </p:txBody>
      </p:sp>
      <p:sp>
        <p:nvSpPr>
          <p:cNvPr id="16" name="向下箭號 15"/>
          <p:cNvSpPr/>
          <p:nvPr/>
        </p:nvSpPr>
        <p:spPr>
          <a:xfrm rot="2229998">
            <a:off x="4869572" y="2072735"/>
            <a:ext cx="664979" cy="2501823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238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325821" y="3590552"/>
            <a:ext cx="9711641" cy="337307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325821" y="0"/>
            <a:ext cx="9711641" cy="3373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21641" y="5243805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/>
              <a:t>C:\</a:t>
            </a:r>
            <a:r>
              <a:rPr lang="en-US" altLang="zh-TW" sz="1500" dirty="0" smtClean="0"/>
              <a:t>Users\Clark\Desktop\lab\wwwroot\page.htm</a:t>
            </a:r>
            <a:endParaRPr lang="zh-TW" altLang="en-US" sz="1500" dirty="0"/>
          </a:p>
        </p:txBody>
      </p:sp>
      <p:sp>
        <p:nvSpPr>
          <p:cNvPr id="9" name="矩形 8"/>
          <p:cNvSpPr/>
          <p:nvPr/>
        </p:nvSpPr>
        <p:spPr>
          <a:xfrm>
            <a:off x="488739" y="4270225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/page.htm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88739" y="5831854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File</a:t>
            </a:r>
            <a:r>
              <a:rPr lang="zh-TW" altLang="en-US" dirty="0" smtClean="0"/>
              <a:t>根</a:t>
            </a:r>
            <a:r>
              <a:rPr lang="zh-TW" altLang="en-US" dirty="0"/>
              <a:t>路徑</a:t>
            </a:r>
            <a:r>
              <a:rPr lang="en-US" altLang="zh-TW" sz="1400" dirty="0"/>
              <a:t>(</a:t>
            </a:r>
            <a:r>
              <a:rPr lang="zh-TW" altLang="en-US" sz="1400" dirty="0"/>
              <a:t>系統參數</a:t>
            </a:r>
            <a:r>
              <a:rPr lang="en-US" altLang="zh-TW" sz="1400" dirty="0"/>
              <a:t>)</a:t>
            </a:r>
            <a:endParaRPr lang="zh-TW" altLang="en-US" sz="1400" dirty="0"/>
          </a:p>
        </p:txBody>
      </p:sp>
      <p:sp>
        <p:nvSpPr>
          <p:cNvPr id="13" name="加號 12"/>
          <p:cNvSpPr/>
          <p:nvPr/>
        </p:nvSpPr>
        <p:spPr>
          <a:xfrm>
            <a:off x="2025190" y="4728824"/>
            <a:ext cx="1080000" cy="1080000"/>
          </a:xfrm>
          <a:prstGeom prst="mathPl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等於 14"/>
          <p:cNvSpPr/>
          <p:nvPr/>
        </p:nvSpPr>
        <p:spPr>
          <a:xfrm>
            <a:off x="4641641" y="4740339"/>
            <a:ext cx="1080000" cy="1080000"/>
          </a:xfrm>
          <a:prstGeom prst="mathEqual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88739" y="3816063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File</a:t>
            </a:r>
            <a:r>
              <a:rPr lang="zh-TW" altLang="en-US" dirty="0"/>
              <a:t>相對路徑</a:t>
            </a:r>
          </a:p>
        </p:txBody>
      </p:sp>
      <p:sp>
        <p:nvSpPr>
          <p:cNvPr id="24" name="矩形 23"/>
          <p:cNvSpPr/>
          <p:nvPr/>
        </p:nvSpPr>
        <p:spPr>
          <a:xfrm>
            <a:off x="488739" y="6271822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C:\</a:t>
            </a:r>
            <a:r>
              <a:rPr lang="en-US" altLang="zh-TW" dirty="0" smtClean="0"/>
              <a:t>Users\Clark\Desktop\lab\wwwroot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5721641" y="4803449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File</a:t>
            </a:r>
            <a:r>
              <a:rPr lang="zh-TW" altLang="en-US" dirty="0"/>
              <a:t>絕對</a:t>
            </a:r>
            <a:r>
              <a:rPr lang="zh-TW" altLang="en-US" dirty="0" smtClean="0"/>
              <a:t>路徑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88739" y="668263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http://</a:t>
            </a:r>
            <a:r>
              <a:rPr lang="en-US" altLang="zh-TW" dirty="0" smtClean="0"/>
              <a:t>localhost:5000/page.htm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488739" y="2246148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URL</a:t>
            </a:r>
            <a:r>
              <a:rPr lang="zh-TW" altLang="en-US" dirty="0"/>
              <a:t>根</a:t>
            </a:r>
            <a:r>
              <a:rPr lang="zh-TW" altLang="en-US" dirty="0" smtClean="0"/>
              <a:t>路徑</a:t>
            </a:r>
            <a:r>
              <a:rPr lang="en-US" altLang="zh-TW" sz="1400" dirty="0" smtClean="0"/>
              <a:t>(</a:t>
            </a:r>
            <a:r>
              <a:rPr lang="zh-TW" altLang="en-US" sz="1400" dirty="0" smtClean="0"/>
              <a:t>系統參數</a:t>
            </a:r>
            <a:r>
              <a:rPr lang="en-US" altLang="zh-TW" sz="1400" dirty="0" smtClean="0"/>
              <a:t>)</a:t>
            </a:r>
            <a:endParaRPr lang="zh-TW" altLang="en-US" sz="1400" dirty="0"/>
          </a:p>
        </p:txBody>
      </p:sp>
      <p:sp>
        <p:nvSpPr>
          <p:cNvPr id="7" name="矩形 6"/>
          <p:cNvSpPr/>
          <p:nvPr/>
        </p:nvSpPr>
        <p:spPr>
          <a:xfrm>
            <a:off x="5721641" y="1668758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/page.htm</a:t>
            </a:r>
            <a:endParaRPr lang="zh-TW" altLang="en-US" dirty="0"/>
          </a:p>
        </p:txBody>
      </p:sp>
      <p:sp>
        <p:nvSpPr>
          <p:cNvPr id="8" name="減號 7"/>
          <p:cNvSpPr/>
          <p:nvPr/>
        </p:nvSpPr>
        <p:spPr>
          <a:xfrm>
            <a:off x="2025190" y="1167695"/>
            <a:ext cx="1080000" cy="1080000"/>
          </a:xfrm>
          <a:prstGeom prst="mathMin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等於 13"/>
          <p:cNvSpPr/>
          <p:nvPr/>
        </p:nvSpPr>
        <p:spPr>
          <a:xfrm>
            <a:off x="4641641" y="1166148"/>
            <a:ext cx="1080000" cy="1080000"/>
          </a:xfrm>
          <a:prstGeom prst="mathEqual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88739" y="225920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URL</a:t>
            </a:r>
            <a:r>
              <a:rPr lang="zh-TW" altLang="en-US" dirty="0" smtClean="0"/>
              <a:t>路徑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488739" y="2690933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http://localhost:5000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5721641" y="1216255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File</a:t>
            </a:r>
            <a:r>
              <a:rPr lang="zh-TW" altLang="en-US" dirty="0" smtClean="0"/>
              <a:t>相對路徑</a:t>
            </a:r>
            <a:endParaRPr lang="zh-TW" altLang="en-US" dirty="0"/>
          </a:p>
        </p:txBody>
      </p:sp>
      <p:sp>
        <p:nvSpPr>
          <p:cNvPr id="16" name="向下箭號 15"/>
          <p:cNvSpPr/>
          <p:nvPr/>
        </p:nvSpPr>
        <p:spPr>
          <a:xfrm rot="2229998">
            <a:off x="4869572" y="2072735"/>
            <a:ext cx="664979" cy="2501823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157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325821" y="3590552"/>
            <a:ext cx="9711641" cy="337307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325821" y="0"/>
            <a:ext cx="9711641" cy="3373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21641" y="5243805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/>
              <a:t>C:\</a:t>
            </a:r>
            <a:r>
              <a:rPr lang="en-US" altLang="zh-TW" sz="1500" dirty="0" smtClean="0"/>
              <a:t>Users\Clark\Desktop\lab\aaa\page.htm</a:t>
            </a:r>
            <a:endParaRPr lang="zh-TW" altLang="en-US" sz="1500" dirty="0"/>
          </a:p>
        </p:txBody>
      </p:sp>
      <p:sp>
        <p:nvSpPr>
          <p:cNvPr id="9" name="矩形 8"/>
          <p:cNvSpPr/>
          <p:nvPr/>
        </p:nvSpPr>
        <p:spPr>
          <a:xfrm>
            <a:off x="488739" y="4270225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/page.htm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88739" y="5831854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File</a:t>
            </a:r>
            <a:r>
              <a:rPr lang="zh-TW" altLang="en-US" dirty="0" smtClean="0"/>
              <a:t>根</a:t>
            </a:r>
            <a:r>
              <a:rPr lang="zh-TW" altLang="en-US" dirty="0"/>
              <a:t>路徑</a:t>
            </a:r>
            <a:r>
              <a:rPr lang="en-US" altLang="zh-TW" sz="1400" dirty="0"/>
              <a:t>(</a:t>
            </a:r>
            <a:r>
              <a:rPr lang="zh-TW" altLang="en-US" sz="1400" dirty="0"/>
              <a:t>系統參數</a:t>
            </a:r>
            <a:r>
              <a:rPr lang="en-US" altLang="zh-TW" sz="1400" dirty="0"/>
              <a:t>)</a:t>
            </a:r>
            <a:endParaRPr lang="zh-TW" altLang="en-US" sz="1400" dirty="0"/>
          </a:p>
        </p:txBody>
      </p:sp>
      <p:sp>
        <p:nvSpPr>
          <p:cNvPr id="13" name="加號 12"/>
          <p:cNvSpPr/>
          <p:nvPr/>
        </p:nvSpPr>
        <p:spPr>
          <a:xfrm>
            <a:off x="2025190" y="4728824"/>
            <a:ext cx="1080000" cy="1080000"/>
          </a:xfrm>
          <a:prstGeom prst="mathPl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等於 14"/>
          <p:cNvSpPr/>
          <p:nvPr/>
        </p:nvSpPr>
        <p:spPr>
          <a:xfrm>
            <a:off x="4641641" y="4740339"/>
            <a:ext cx="1080000" cy="1080000"/>
          </a:xfrm>
          <a:prstGeom prst="mathEqual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88739" y="3816063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File</a:t>
            </a:r>
            <a:r>
              <a:rPr lang="zh-TW" altLang="en-US" dirty="0"/>
              <a:t>相對路徑</a:t>
            </a:r>
          </a:p>
        </p:txBody>
      </p:sp>
      <p:sp>
        <p:nvSpPr>
          <p:cNvPr id="24" name="矩形 23"/>
          <p:cNvSpPr/>
          <p:nvPr/>
        </p:nvSpPr>
        <p:spPr>
          <a:xfrm>
            <a:off x="488739" y="6271822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C:\</a:t>
            </a:r>
            <a:r>
              <a:rPr lang="en-US" altLang="zh-TW" dirty="0" smtClean="0"/>
              <a:t>Users\Clark\Desktop\lab\aaa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5721641" y="4803449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File</a:t>
            </a:r>
            <a:r>
              <a:rPr lang="zh-TW" altLang="en-US" dirty="0"/>
              <a:t>絕對</a:t>
            </a:r>
            <a:r>
              <a:rPr lang="zh-TW" altLang="en-US" dirty="0" smtClean="0"/>
              <a:t>路徑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88739" y="668263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http://</a:t>
            </a:r>
            <a:r>
              <a:rPr lang="en-US" altLang="zh-TW" dirty="0" smtClean="0"/>
              <a:t>localhost:5000/page.htm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488739" y="2246148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URL</a:t>
            </a:r>
            <a:r>
              <a:rPr lang="zh-TW" altLang="en-US" dirty="0"/>
              <a:t>根</a:t>
            </a:r>
            <a:r>
              <a:rPr lang="zh-TW" altLang="en-US" dirty="0" smtClean="0"/>
              <a:t>路徑</a:t>
            </a:r>
            <a:r>
              <a:rPr lang="en-US" altLang="zh-TW" sz="1400" dirty="0" smtClean="0"/>
              <a:t>(</a:t>
            </a:r>
            <a:r>
              <a:rPr lang="zh-TW" altLang="en-US" sz="1400" dirty="0" smtClean="0"/>
              <a:t>系統參數</a:t>
            </a:r>
            <a:r>
              <a:rPr lang="en-US" altLang="zh-TW" sz="1400" dirty="0" smtClean="0"/>
              <a:t>)</a:t>
            </a:r>
            <a:endParaRPr lang="zh-TW" altLang="en-US" sz="1400" dirty="0"/>
          </a:p>
        </p:txBody>
      </p:sp>
      <p:sp>
        <p:nvSpPr>
          <p:cNvPr id="7" name="矩形 6"/>
          <p:cNvSpPr/>
          <p:nvPr/>
        </p:nvSpPr>
        <p:spPr>
          <a:xfrm>
            <a:off x="5721641" y="1668758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/page.htm</a:t>
            </a:r>
            <a:endParaRPr lang="zh-TW" altLang="en-US" dirty="0"/>
          </a:p>
        </p:txBody>
      </p:sp>
      <p:sp>
        <p:nvSpPr>
          <p:cNvPr id="8" name="減號 7"/>
          <p:cNvSpPr/>
          <p:nvPr/>
        </p:nvSpPr>
        <p:spPr>
          <a:xfrm>
            <a:off x="2025190" y="1167695"/>
            <a:ext cx="1080000" cy="1080000"/>
          </a:xfrm>
          <a:prstGeom prst="mathMin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等於 13"/>
          <p:cNvSpPr/>
          <p:nvPr/>
        </p:nvSpPr>
        <p:spPr>
          <a:xfrm>
            <a:off x="4641641" y="1166148"/>
            <a:ext cx="1080000" cy="1080000"/>
          </a:xfrm>
          <a:prstGeom prst="mathEqual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88739" y="225920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URL</a:t>
            </a:r>
            <a:r>
              <a:rPr lang="zh-TW" altLang="en-US" dirty="0" smtClean="0"/>
              <a:t>路徑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488739" y="2690933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http://localhost:5000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5721641" y="1216255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File</a:t>
            </a:r>
            <a:r>
              <a:rPr lang="zh-TW" altLang="en-US" dirty="0" smtClean="0"/>
              <a:t>相對路徑</a:t>
            </a:r>
            <a:endParaRPr lang="zh-TW" altLang="en-US" dirty="0"/>
          </a:p>
        </p:txBody>
      </p:sp>
      <p:sp>
        <p:nvSpPr>
          <p:cNvPr id="16" name="向下箭號 15"/>
          <p:cNvSpPr/>
          <p:nvPr/>
        </p:nvSpPr>
        <p:spPr>
          <a:xfrm rot="2229998">
            <a:off x="4869572" y="2072735"/>
            <a:ext cx="664979" cy="2501823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574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325821" y="3590552"/>
            <a:ext cx="9711641" cy="337307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325821" y="0"/>
            <a:ext cx="9711641" cy="3373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21641" y="5243805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/>
              <a:t>C</a:t>
            </a:r>
            <a:r>
              <a:rPr lang="en-US" altLang="zh-TW" sz="1500"/>
              <a:t>:\</a:t>
            </a:r>
            <a:r>
              <a:rPr lang="en-US" altLang="zh-TW" sz="1500" smtClean="0"/>
              <a:t>Users\Clark\Desktop\lab\ccc\page.htm</a:t>
            </a:r>
            <a:endParaRPr lang="zh-TW" altLang="en-US" sz="1500" dirty="0"/>
          </a:p>
        </p:txBody>
      </p:sp>
      <p:sp>
        <p:nvSpPr>
          <p:cNvPr id="9" name="矩形 8"/>
          <p:cNvSpPr/>
          <p:nvPr/>
        </p:nvSpPr>
        <p:spPr>
          <a:xfrm>
            <a:off x="488739" y="4270225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/page.htm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88739" y="5831854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File</a:t>
            </a:r>
            <a:r>
              <a:rPr lang="zh-TW" altLang="en-US" dirty="0" smtClean="0"/>
              <a:t>根</a:t>
            </a:r>
            <a:r>
              <a:rPr lang="zh-TW" altLang="en-US" dirty="0"/>
              <a:t>路徑</a:t>
            </a:r>
            <a:r>
              <a:rPr lang="en-US" altLang="zh-TW" sz="1400" dirty="0"/>
              <a:t>(</a:t>
            </a:r>
            <a:r>
              <a:rPr lang="zh-TW" altLang="en-US" sz="1400" dirty="0"/>
              <a:t>系統參數</a:t>
            </a:r>
            <a:r>
              <a:rPr lang="en-US" altLang="zh-TW" sz="1400" dirty="0"/>
              <a:t>)</a:t>
            </a:r>
            <a:endParaRPr lang="zh-TW" altLang="en-US" sz="1400" dirty="0"/>
          </a:p>
        </p:txBody>
      </p:sp>
      <p:sp>
        <p:nvSpPr>
          <p:cNvPr id="13" name="加號 12"/>
          <p:cNvSpPr/>
          <p:nvPr/>
        </p:nvSpPr>
        <p:spPr>
          <a:xfrm>
            <a:off x="2025190" y="4728824"/>
            <a:ext cx="1080000" cy="1080000"/>
          </a:xfrm>
          <a:prstGeom prst="mathPl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等於 14"/>
          <p:cNvSpPr/>
          <p:nvPr/>
        </p:nvSpPr>
        <p:spPr>
          <a:xfrm>
            <a:off x="4641641" y="4740339"/>
            <a:ext cx="1080000" cy="1080000"/>
          </a:xfrm>
          <a:prstGeom prst="mathEqual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88739" y="3816063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File</a:t>
            </a:r>
            <a:r>
              <a:rPr lang="zh-TW" altLang="en-US" dirty="0"/>
              <a:t>相對路徑</a:t>
            </a:r>
          </a:p>
        </p:txBody>
      </p:sp>
      <p:sp>
        <p:nvSpPr>
          <p:cNvPr id="24" name="矩形 23"/>
          <p:cNvSpPr/>
          <p:nvPr/>
        </p:nvSpPr>
        <p:spPr>
          <a:xfrm>
            <a:off x="488739" y="6271822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C:\</a:t>
            </a:r>
            <a:r>
              <a:rPr lang="en-US" altLang="zh-TW" dirty="0" smtClean="0"/>
              <a:t>Users\Clark\Desktop\lab\ccc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5721641" y="4803449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File</a:t>
            </a:r>
            <a:r>
              <a:rPr lang="zh-TW" altLang="en-US" dirty="0"/>
              <a:t>絕對</a:t>
            </a:r>
            <a:r>
              <a:rPr lang="zh-TW" altLang="en-US" dirty="0" smtClean="0"/>
              <a:t>路徑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88739" y="668263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http://</a:t>
            </a:r>
            <a:r>
              <a:rPr lang="en-US" altLang="zh-TW" dirty="0" smtClean="0"/>
              <a:t>localhost:5000/bbb/page.htm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488739" y="2246148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URL</a:t>
            </a:r>
            <a:r>
              <a:rPr lang="zh-TW" altLang="en-US" dirty="0"/>
              <a:t>根</a:t>
            </a:r>
            <a:r>
              <a:rPr lang="zh-TW" altLang="en-US" dirty="0" smtClean="0"/>
              <a:t>路徑</a:t>
            </a:r>
            <a:r>
              <a:rPr lang="en-US" altLang="zh-TW" sz="1400" dirty="0" smtClean="0"/>
              <a:t>(</a:t>
            </a:r>
            <a:r>
              <a:rPr lang="zh-TW" altLang="en-US" sz="1400" dirty="0" smtClean="0"/>
              <a:t>系統參數</a:t>
            </a:r>
            <a:r>
              <a:rPr lang="en-US" altLang="zh-TW" sz="1400" dirty="0" smtClean="0"/>
              <a:t>)</a:t>
            </a:r>
            <a:endParaRPr lang="zh-TW" altLang="en-US" sz="1400" dirty="0"/>
          </a:p>
        </p:txBody>
      </p:sp>
      <p:sp>
        <p:nvSpPr>
          <p:cNvPr id="7" name="矩形 6"/>
          <p:cNvSpPr/>
          <p:nvPr/>
        </p:nvSpPr>
        <p:spPr>
          <a:xfrm>
            <a:off x="5721641" y="1668758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/page.htm</a:t>
            </a:r>
            <a:endParaRPr lang="zh-TW" altLang="en-US" dirty="0"/>
          </a:p>
        </p:txBody>
      </p:sp>
      <p:sp>
        <p:nvSpPr>
          <p:cNvPr id="8" name="減號 7"/>
          <p:cNvSpPr/>
          <p:nvPr/>
        </p:nvSpPr>
        <p:spPr>
          <a:xfrm>
            <a:off x="2025190" y="1167695"/>
            <a:ext cx="1080000" cy="1080000"/>
          </a:xfrm>
          <a:prstGeom prst="mathMinu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等於 13"/>
          <p:cNvSpPr/>
          <p:nvPr/>
        </p:nvSpPr>
        <p:spPr>
          <a:xfrm>
            <a:off x="4641641" y="1166148"/>
            <a:ext cx="1080000" cy="1080000"/>
          </a:xfrm>
          <a:prstGeom prst="mathEqual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88739" y="225920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URL</a:t>
            </a:r>
            <a:r>
              <a:rPr lang="zh-TW" altLang="en-US" dirty="0" smtClean="0"/>
              <a:t>路徑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488739" y="2690933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http://</a:t>
            </a:r>
            <a:r>
              <a:rPr lang="en-US" altLang="zh-TW" dirty="0" smtClean="0"/>
              <a:t>localhost:5000/bbb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5721641" y="1216255"/>
            <a:ext cx="4152902" cy="458599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File</a:t>
            </a:r>
            <a:r>
              <a:rPr lang="zh-TW" altLang="en-US" dirty="0" smtClean="0"/>
              <a:t>相對路徑</a:t>
            </a:r>
            <a:endParaRPr lang="zh-TW" altLang="en-US" dirty="0"/>
          </a:p>
        </p:txBody>
      </p:sp>
      <p:sp>
        <p:nvSpPr>
          <p:cNvPr id="16" name="向下箭號 15"/>
          <p:cNvSpPr/>
          <p:nvPr/>
        </p:nvSpPr>
        <p:spPr>
          <a:xfrm rot="2229998">
            <a:off x="4869572" y="2072735"/>
            <a:ext cx="664979" cy="2501823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3692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265</Words>
  <Application>Microsoft Office PowerPoint</Application>
  <PresentationFormat>寬螢幕</PresentationFormat>
  <Paragraphs>79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Clark Chou</dc:creator>
  <cp:lastModifiedBy>Clark Chou</cp:lastModifiedBy>
  <cp:revision>58</cp:revision>
  <dcterms:created xsi:type="dcterms:W3CDTF">2016-10-18T06:38:00Z</dcterms:created>
  <dcterms:modified xsi:type="dcterms:W3CDTF">2016-10-21T03:04:41Z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1028-10.8.0.5615</vt:lpwstr>
  </property>
</Properties>
</file>