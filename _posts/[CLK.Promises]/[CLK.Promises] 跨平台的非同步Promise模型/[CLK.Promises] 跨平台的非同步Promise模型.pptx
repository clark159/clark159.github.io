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5"/>
  </p:notesMasterIdLst>
  <p:handoutMasterIdLst>
    <p:handoutMasterId r:id="rId6"/>
  </p:handoutMasterIdLst>
  <p:sldIdLst>
    <p:sldId id="271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5" d="100"/>
          <a:sy n="95" d="100"/>
        </p:scale>
        <p:origin x="27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D63D5444-F62C-42C3-A75A-D9DBA807730F}" type="datetimeFigureOut">
              <a:rPr lang="en-US" altLang="zh-TW" smtClean="0"/>
              <a:t>11/27/2015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84A4F617-7A30-41D4-AB86-5D833C98E18B}" type="slidenum">
              <a:rPr lang="zh-TW" smtClean="0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99462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12CAA1FA-7B6A-47D2-8D61-F225D71B51FF}" type="datetimeFigureOut">
              <a:t>2015/11/27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1B9A179D-2D27-49E2-B022-8EDDA2EFE682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746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手繪多邊形 11"/>
          <p:cNvSpPr>
            <a:spLocks noChangeArrowheads="1"/>
          </p:cNvSpPr>
          <p:nvPr/>
        </p:nvSpPr>
        <p:spPr bwMode="white">
          <a:xfrm>
            <a:off x="8429022" y="0"/>
            <a:ext cx="3762978" cy="6858000"/>
          </a:xfrm>
          <a:custGeom>
            <a:avLst/>
            <a:gdLst>
              <a:gd name="connsiteX0" fmla="*/ 0 w 3762978"/>
              <a:gd name="connsiteY0" fmla="*/ 0 h 6858000"/>
              <a:gd name="connsiteX1" fmla="*/ 3762978 w 3762978"/>
              <a:gd name="connsiteY1" fmla="*/ 0 h 6858000"/>
              <a:gd name="connsiteX2" fmla="*/ 3762978 w 3762978"/>
              <a:gd name="connsiteY2" fmla="*/ 6858000 h 6858000"/>
              <a:gd name="connsiteX3" fmla="*/ 338667 w 3762978"/>
              <a:gd name="connsiteY3" fmla="*/ 6858000 h 6858000"/>
              <a:gd name="connsiteX4" fmla="*/ 1189567 w 3762978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978" h="6858000">
                <a:moveTo>
                  <a:pt x="0" y="0"/>
                </a:moveTo>
                <a:lnTo>
                  <a:pt x="3762978" y="0"/>
                </a:lnTo>
                <a:lnTo>
                  <a:pt x="3762978" y="6858000"/>
                </a:lnTo>
                <a:lnTo>
                  <a:pt x="338667" y="6858000"/>
                </a:lnTo>
                <a:lnTo>
                  <a:pt x="1189567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TW" sz="1800"/>
          </a:p>
        </p:txBody>
      </p:sp>
      <p:sp>
        <p:nvSpPr>
          <p:cNvPr id="7" name="手繪多邊形 6"/>
          <p:cNvSpPr>
            <a:spLocks/>
          </p:cNvSpPr>
          <p:nvPr/>
        </p:nvSpPr>
        <p:spPr bwMode="auto">
          <a:xfrm>
            <a:off x="8145385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7950653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0" y="1873584"/>
            <a:ext cx="6400800" cy="2560320"/>
          </a:xfrm>
        </p:spPr>
        <p:txBody>
          <a:bodyPr anchor="b">
            <a:normAutofit/>
          </a:bodyPr>
          <a:lstStyle>
            <a:lvl1pPr algn="l" latinLnBrk="0">
              <a:defRPr lang="zh-TW" sz="400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4572000"/>
            <a:ext cx="6400800" cy="1600200"/>
          </a:xfrm>
        </p:spPr>
        <p:txBody>
          <a:bodyPr/>
          <a:lstStyle>
            <a:lvl1pPr marL="0" indent="0" algn="l" latinLnBrk="0">
              <a:spcBef>
                <a:spcPts val="1200"/>
              </a:spcBef>
              <a:buNone/>
              <a:defRPr lang="zh-TW" sz="2400"/>
            </a:lvl1pPr>
            <a:lvl2pPr marL="457200" indent="0" algn="ctr" latinLnBrk="0">
              <a:buNone/>
              <a:defRPr lang="zh-TW" sz="2000"/>
            </a:lvl2pPr>
            <a:lvl3pPr marL="914400" indent="0" algn="ctr" latinLnBrk="0">
              <a:buNone/>
              <a:defRPr lang="zh-TW" sz="1800"/>
            </a:lvl3pPr>
            <a:lvl4pPr marL="1371600" indent="0" algn="ctr" latinLnBrk="0">
              <a:buNone/>
              <a:defRPr lang="zh-TW" sz="1600"/>
            </a:lvl4pPr>
            <a:lvl5pPr marL="1828800" indent="0" algn="ctr" latinLnBrk="0">
              <a:buNone/>
              <a:defRPr lang="zh-TW" sz="1600"/>
            </a:lvl5pPr>
            <a:lvl6pPr marL="2286000" indent="0" algn="ctr" latinLnBrk="0">
              <a:buNone/>
              <a:defRPr lang="zh-TW" sz="1600"/>
            </a:lvl6pPr>
            <a:lvl7pPr marL="2743200" indent="0" algn="ctr" latinLnBrk="0">
              <a:buNone/>
              <a:defRPr lang="zh-TW" sz="1600"/>
            </a:lvl7pPr>
            <a:lvl8pPr marL="3200400" indent="0" algn="ctr" latinLnBrk="0">
              <a:buNone/>
              <a:defRPr lang="zh-TW" sz="1600"/>
            </a:lvl8pPr>
            <a:lvl9pPr marL="3657600" indent="0" algn="ctr" latinLnBrk="0">
              <a:buNone/>
              <a:defRPr lang="zh-TW"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1258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9618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含圖片的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5"/>
          <p:cNvSpPr>
            <a:spLocks noChangeArrowheads="1"/>
          </p:cNvSpPr>
          <p:nvPr/>
        </p:nvSpPr>
        <p:spPr bwMode="white">
          <a:xfrm>
            <a:off x="6540503" y="0"/>
            <a:ext cx="5651496" cy="6858000"/>
          </a:xfrm>
          <a:custGeom>
            <a:avLst/>
            <a:gdLst/>
            <a:ahLst/>
            <a:cxnLst/>
            <a:rect l="l" t="t" r="r" b="b"/>
            <a:pathLst>
              <a:path w="4238622" h="6858000">
                <a:moveTo>
                  <a:pt x="0" y="0"/>
                </a:moveTo>
                <a:lnTo>
                  <a:pt x="4086222" y="0"/>
                </a:lnTo>
                <a:lnTo>
                  <a:pt x="4237035" y="0"/>
                </a:lnTo>
                <a:lnTo>
                  <a:pt x="4238622" y="0"/>
                </a:lnTo>
                <a:lnTo>
                  <a:pt x="4238622" y="6858000"/>
                </a:lnTo>
                <a:lnTo>
                  <a:pt x="4237035" y="6858000"/>
                </a:lnTo>
                <a:lnTo>
                  <a:pt x="4086222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sz="1800"/>
          </a:p>
        </p:txBody>
      </p:sp>
      <p:sp>
        <p:nvSpPr>
          <p:cNvPr id="11" name="手繪多邊形 6"/>
          <p:cNvSpPr>
            <a:spLocks/>
          </p:cNvSpPr>
          <p:nvPr/>
        </p:nvSpPr>
        <p:spPr bwMode="auto">
          <a:xfrm>
            <a:off x="6256868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12" name="手繪多邊形 7"/>
          <p:cNvSpPr>
            <a:spLocks/>
          </p:cNvSpPr>
          <p:nvPr/>
        </p:nvSpPr>
        <p:spPr bwMode="auto">
          <a:xfrm>
            <a:off x="6062136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1" y="1873584"/>
            <a:ext cx="5120640" cy="2560320"/>
          </a:xfrm>
        </p:spPr>
        <p:txBody>
          <a:bodyPr anchor="b">
            <a:normAutofit/>
          </a:bodyPr>
          <a:lstStyle>
            <a:lvl1pPr algn="l" latinLnBrk="0">
              <a:defRPr lang="zh-TW" sz="400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1" y="4572000"/>
            <a:ext cx="5120640" cy="1600200"/>
          </a:xfrm>
        </p:spPr>
        <p:txBody>
          <a:bodyPr/>
          <a:lstStyle>
            <a:lvl1pPr marL="0" indent="0" algn="l" latinLnBrk="0">
              <a:buNone/>
              <a:defRPr lang="zh-TW" sz="2400"/>
            </a:lvl1pPr>
            <a:lvl2pPr marL="457200" indent="0" algn="ctr" latinLnBrk="0">
              <a:buNone/>
              <a:defRPr lang="zh-TW" sz="2000"/>
            </a:lvl2pPr>
            <a:lvl3pPr marL="914400" indent="0" algn="ctr" latinLnBrk="0">
              <a:buNone/>
              <a:defRPr lang="zh-TW" sz="1800"/>
            </a:lvl3pPr>
            <a:lvl4pPr marL="1371600" indent="0" algn="ctr" latinLnBrk="0">
              <a:buNone/>
              <a:defRPr lang="zh-TW" sz="1600"/>
            </a:lvl4pPr>
            <a:lvl5pPr marL="1828800" indent="0" algn="ctr" latinLnBrk="0">
              <a:buNone/>
              <a:defRPr lang="zh-TW" sz="1600"/>
            </a:lvl5pPr>
            <a:lvl6pPr marL="2286000" indent="0" algn="ctr" latinLnBrk="0">
              <a:buNone/>
              <a:defRPr lang="zh-TW" sz="1600"/>
            </a:lvl6pPr>
            <a:lvl7pPr marL="2743200" indent="0" algn="ctr" latinLnBrk="0">
              <a:buNone/>
              <a:defRPr lang="zh-TW" sz="1600"/>
            </a:lvl7pPr>
            <a:lvl8pPr marL="3200400" indent="0" algn="ctr" latinLnBrk="0">
              <a:buNone/>
              <a:defRPr lang="zh-TW" sz="1600"/>
            </a:lvl8pPr>
            <a:lvl9pPr marL="3657600" indent="0" algn="ctr" latinLnBrk="0">
              <a:buNone/>
              <a:defRPr lang="zh-TW"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/>
          </a:p>
        </p:txBody>
      </p:sp>
      <p:sp>
        <p:nvSpPr>
          <p:cNvPr id="15" name="圖片版面配置區 14"/>
          <p:cNvSpPr>
            <a:spLocks noGrp="1"/>
          </p:cNvSpPr>
          <p:nvPr>
            <p:ph type="pic" sz="quarter" idx="10"/>
          </p:nvPr>
        </p:nvSpPr>
        <p:spPr>
          <a:xfrm>
            <a:off x="6743703" y="0"/>
            <a:ext cx="5448297" cy="6858000"/>
          </a:xfrm>
          <a:custGeom>
            <a:avLst/>
            <a:gdLst>
              <a:gd name="connsiteX0" fmla="*/ 0 w 5448297"/>
              <a:gd name="connsiteY0" fmla="*/ 0 h 6858000"/>
              <a:gd name="connsiteX1" fmla="*/ 5448297 w 5448297"/>
              <a:gd name="connsiteY1" fmla="*/ 0 h 6858000"/>
              <a:gd name="connsiteX2" fmla="*/ 5448297 w 5448297"/>
              <a:gd name="connsiteY2" fmla="*/ 6858000 h 6858000"/>
              <a:gd name="connsiteX3" fmla="*/ 338667 w 5448297"/>
              <a:gd name="connsiteY3" fmla="*/ 6858000 h 6858000"/>
              <a:gd name="connsiteX4" fmla="*/ 1185333 w 5448297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297" h="6858000">
                <a:moveTo>
                  <a:pt x="0" y="0"/>
                </a:moveTo>
                <a:lnTo>
                  <a:pt x="5448297" y="0"/>
                </a:lnTo>
                <a:lnTo>
                  <a:pt x="5448297" y="6858000"/>
                </a:lnTo>
                <a:lnTo>
                  <a:pt x="338667" y="6858000"/>
                </a:lnTo>
                <a:lnTo>
                  <a:pt x="1185333" y="433705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tIns="365760">
            <a:noAutofit/>
          </a:bodyPr>
          <a:lstStyle>
            <a:lvl1pPr marL="0" indent="0" algn="ctr" latinLnBrk="0">
              <a:buNone/>
              <a:defRPr lang="zh-TW" sz="2800">
                <a:solidFill>
                  <a:schemeClr val="bg1"/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  <p:sp>
        <p:nvSpPr>
          <p:cNvPr id="16" name="說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sz="1200" b="1">
                <a:latin typeface="Arial" pitchFamily="34" charset="0"/>
                <a:cs typeface="Arial" pitchFamily="34" charset="0"/>
              </a:rPr>
              <a:t>備註：</a:t>
            </a:r>
          </a:p>
          <a:p>
            <a:r>
              <a:rPr lang="zh-TW" sz="1200">
                <a:latin typeface="Arial" pitchFamily="34" charset="0"/>
                <a:cs typeface="Arial" pitchFamily="34" charset="0"/>
              </a:rPr>
              <a:t>若要變更此投影片的圖像，請選取該圖片並加以刪除。接著按一下預留位置的 [圖片] 圖示以插入自訂圖像。</a:t>
            </a:r>
          </a:p>
        </p:txBody>
      </p:sp>
    </p:spTree>
    <p:extLst>
      <p:ext uri="{BB962C8B-B14F-4D97-AF65-F5344CB8AC3E}">
        <p14:creationId xmlns:p14="http://schemas.microsoft.com/office/powerpoint/2010/main" val="24028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5"/>
          <p:cNvSpPr>
            <a:spLocks noChangeArrowheads="1"/>
          </p:cNvSpPr>
          <p:nvPr/>
        </p:nvSpPr>
        <p:spPr bwMode="white">
          <a:xfrm>
            <a:off x="9622368" y="0"/>
            <a:ext cx="2569632" cy="6858000"/>
          </a:xfrm>
          <a:custGeom>
            <a:avLst/>
            <a:gdLst/>
            <a:ahLst/>
            <a:cxnLst/>
            <a:rect l="l" t="t" r="r" b="b"/>
            <a:pathLst>
              <a:path w="1927224" h="6858000">
                <a:moveTo>
                  <a:pt x="0" y="0"/>
                </a:moveTo>
                <a:lnTo>
                  <a:pt x="1927224" y="0"/>
                </a:lnTo>
                <a:lnTo>
                  <a:pt x="192722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sz="1800"/>
          </a:p>
        </p:txBody>
      </p:sp>
      <p:sp>
        <p:nvSpPr>
          <p:cNvPr id="8" name="手繪多邊形 6"/>
          <p:cNvSpPr>
            <a:spLocks/>
          </p:cNvSpPr>
          <p:nvPr/>
        </p:nvSpPr>
        <p:spPr bwMode="auto">
          <a:xfrm>
            <a:off x="9237132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9" name="手繪多邊形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10" name="手繪多邊形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398" y="2914650"/>
            <a:ext cx="8046720" cy="1557338"/>
          </a:xfrm>
        </p:spPr>
        <p:txBody>
          <a:bodyPr anchor="b">
            <a:normAutofit/>
          </a:bodyPr>
          <a:lstStyle>
            <a:lvl1pPr latinLnBrk="0">
              <a:defRPr lang="zh-TW" sz="320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398" y="4589463"/>
            <a:ext cx="8046718" cy="1011237"/>
          </a:xfrm>
        </p:spPr>
        <p:txBody>
          <a:bodyPr/>
          <a:lstStyle>
            <a:lvl1pPr marL="0" indent="0" latinLnBrk="0">
              <a:spcBef>
                <a:spcPts val="1200"/>
              </a:spcBef>
              <a:buNone/>
              <a:defRPr lang="zh-TW" sz="2400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1964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0" y="1828799"/>
            <a:ext cx="4572000" cy="4343401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4820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>
            <a:lvl1pPr marL="0" indent="0" latinLnBrk="0">
              <a:buNone/>
              <a:defRPr lang="zh-TW" sz="26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95400" y="2705100"/>
            <a:ext cx="4572000" cy="34671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24600" y="1828800"/>
            <a:ext cx="4572000" cy="847725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TW" sz="26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324600" y="2705100"/>
            <a:ext cx="4572000" cy="34671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6023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39733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9836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28209" y="1828800"/>
            <a:ext cx="6126480" cy="4343400"/>
          </a:xfrm>
        </p:spPr>
        <p:txBody>
          <a:bodyPr>
            <a:normAutofit/>
          </a:bodyPr>
          <a:lstStyle>
            <a:lvl1pPr latinLnBrk="0">
              <a:defRPr lang="zh-TW" sz="2400"/>
            </a:lvl1pPr>
            <a:lvl2pPr latinLnBrk="0">
              <a:defRPr lang="zh-TW" sz="2000"/>
            </a:lvl2pPr>
            <a:lvl3pPr latinLnBrk="0">
              <a:defRPr lang="zh-TW" sz="1800"/>
            </a:lvl3pPr>
            <a:lvl4pPr latinLnBrk="0">
              <a:defRPr lang="zh-TW" sz="1600"/>
            </a:lvl4pPr>
            <a:lvl5pPr latinLnBrk="0">
              <a:defRPr lang="zh-TW" sz="1600"/>
            </a:lvl5pPr>
            <a:lvl6pPr latinLnBrk="0">
              <a:defRPr lang="zh-TW" sz="2000"/>
            </a:lvl6pPr>
            <a:lvl7pPr latinLnBrk="0">
              <a:defRPr lang="zh-TW" sz="2000"/>
            </a:lvl7pPr>
            <a:lvl8pPr latinLnBrk="0">
              <a:defRPr lang="zh-TW" sz="2000"/>
            </a:lvl8pPr>
            <a:lvl9pPr latinLnBrk="0">
              <a:defRPr lang="zh-TW"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2000"/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47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724400" y="1828801"/>
            <a:ext cx="6172200" cy="4343400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2000"/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675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兩個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295400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371273" y="5333098"/>
            <a:ext cx="4420252" cy="839102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1800">
                <a:solidFill>
                  <a:schemeClr val="bg1"/>
                </a:solidFill>
              </a:defRPr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  <p:sp>
        <p:nvSpPr>
          <p:cNvPr id="10" name="矩形 9"/>
          <p:cNvSpPr/>
          <p:nvPr/>
        </p:nvSpPr>
        <p:spPr>
          <a:xfrm>
            <a:off x="6324599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11" name="矩形 10"/>
          <p:cNvSpPr/>
          <p:nvPr/>
        </p:nvSpPr>
        <p:spPr>
          <a:xfrm>
            <a:off x="1295400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矩形 11"/>
          <p:cNvSpPr/>
          <p:nvPr/>
        </p:nvSpPr>
        <p:spPr>
          <a:xfrm>
            <a:off x="6324599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文字版面配置區 3"/>
          <p:cNvSpPr>
            <a:spLocks noGrp="1"/>
          </p:cNvSpPr>
          <p:nvPr>
            <p:ph type="body" sz="half" idx="14"/>
          </p:nvPr>
        </p:nvSpPr>
        <p:spPr>
          <a:xfrm>
            <a:off x="6412954" y="5333098"/>
            <a:ext cx="4420252" cy="839102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1800">
                <a:solidFill>
                  <a:schemeClr val="bg1"/>
                </a:solidFill>
              </a:defRPr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2954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  <p:sp>
        <p:nvSpPr>
          <p:cNvPr id="8" name="圖片版面配置區 2"/>
          <p:cNvSpPr>
            <a:spLocks noGrp="1"/>
          </p:cNvSpPr>
          <p:nvPr>
            <p:ph type="pic" idx="13"/>
          </p:nvPr>
        </p:nvSpPr>
        <p:spPr>
          <a:xfrm>
            <a:off x="63246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94401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929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 rot="5400000">
            <a:off x="7562850" y="2228850"/>
            <a:ext cx="6858000" cy="2400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8" name="矩形 7"/>
          <p:cNvSpPr/>
          <p:nvPr/>
        </p:nvSpPr>
        <p:spPr>
          <a:xfrm rot="5400000">
            <a:off x="6331230" y="3387909"/>
            <a:ext cx="6858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9" name="矩形 8"/>
          <p:cNvSpPr/>
          <p:nvPr/>
        </p:nvSpPr>
        <p:spPr>
          <a:xfrm rot="5400000">
            <a:off x="6251613" y="3387909"/>
            <a:ext cx="6858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9871318" y="685800"/>
            <a:ext cx="1033272" cy="54864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95400" y="685800"/>
            <a:ext cx="7976754" cy="548640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2015/11/27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80411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white">
          <a:xfrm>
            <a:off x="0" y="0"/>
            <a:ext cx="12192000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8" name="矩形 7"/>
          <p:cNvSpPr/>
          <p:nvPr userDrawn="1"/>
        </p:nvSpPr>
        <p:spPr>
          <a:xfrm>
            <a:off x="0" y="1371600"/>
            <a:ext cx="12192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9" name="矩形 8"/>
          <p:cNvSpPr/>
          <p:nvPr userDrawn="1"/>
        </p:nvSpPr>
        <p:spPr>
          <a:xfrm>
            <a:off x="0" y="1443006"/>
            <a:ext cx="12192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791449" y="6374999"/>
            <a:ext cx="148070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1000">
                <a:solidFill>
                  <a:schemeClr val="tx1"/>
                </a:solidFill>
              </a:defRPr>
            </a:lvl1pPr>
          </a:lstStyle>
          <a:p>
            <a:fld id="{A79A3335-6331-4872-A8B7-ECD55539F4D0}" type="datetimeFigureOut">
              <a:pPr/>
              <a:t>2015/11/27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295399" y="6374999"/>
            <a:ext cx="624320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1000">
                <a:solidFill>
                  <a:schemeClr val="tx1"/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525000" y="6374999"/>
            <a:ext cx="1371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1000">
                <a:solidFill>
                  <a:schemeClr val="tx1"/>
                </a:solidFill>
              </a:defRPr>
            </a:lvl1pPr>
          </a:lstStyle>
          <a:p>
            <a:fld id="{A7F8E3F6-DE14-48B2-B2BC-6FABA9630FB8}" type="slidenum"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94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lang="zh-TW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99262" y="906367"/>
            <a:ext cx="6624536" cy="139570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SA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799263" y="2478590"/>
            <a:ext cx="6624536" cy="14076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SD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59766" y="1277087"/>
            <a:ext cx="6303523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err="1"/>
              <a:t>Async</a:t>
            </a:r>
            <a:r>
              <a:rPr lang="en-US" altLang="zh-TW" sz="1600" dirty="0"/>
              <a:t> Feature</a:t>
            </a:r>
            <a:endParaRPr lang="zh-TW" altLang="en-US" sz="1600" dirty="0"/>
          </a:p>
        </p:txBody>
      </p:sp>
      <p:sp>
        <p:nvSpPr>
          <p:cNvPr id="7" name="矩形 6"/>
          <p:cNvSpPr/>
          <p:nvPr/>
        </p:nvSpPr>
        <p:spPr>
          <a:xfrm>
            <a:off x="2959770" y="2851052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C# : </a:t>
            </a:r>
            <a:r>
              <a:rPr lang="en-US" altLang="zh-TW" sz="1200" dirty="0" err="1"/>
              <a:t>async</a:t>
            </a:r>
            <a:r>
              <a:rPr lang="en-US" altLang="zh-TW" sz="1200" dirty="0"/>
              <a:t>/await</a:t>
            </a:r>
            <a:br>
              <a:rPr lang="en-US" altLang="zh-TW" sz="1200" dirty="0"/>
            </a:br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5215178" y="2847545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Java : </a:t>
            </a:r>
            <a:r>
              <a:rPr lang="en-US" altLang="zh-TW" sz="1200" dirty="0" err="1"/>
              <a:t>ActionTask</a:t>
            </a:r>
            <a:endParaRPr lang="en-US" altLang="zh-TW" sz="1200" dirty="0"/>
          </a:p>
          <a:p>
            <a:pPr algn="ctr"/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7470586" y="2847545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OC : Callback</a:t>
            </a:r>
          </a:p>
          <a:p>
            <a:pPr algn="ctr"/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14" name="向下箭號 13"/>
          <p:cNvSpPr/>
          <p:nvPr/>
        </p:nvSpPr>
        <p:spPr>
          <a:xfrm>
            <a:off x="5864883" y="2041062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2799262" y="4057064"/>
            <a:ext cx="6624536" cy="140761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PG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2959769" y="4429526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C# : </a:t>
            </a:r>
            <a:r>
              <a:rPr lang="en-US" altLang="zh-TW" sz="1200" dirty="0" err="1"/>
              <a:t>async</a:t>
            </a:r>
            <a:r>
              <a:rPr lang="en-US" altLang="zh-TW" sz="1200" dirty="0"/>
              <a:t>/await</a:t>
            </a:r>
            <a:br>
              <a:rPr lang="en-US" altLang="zh-TW" sz="1200" dirty="0"/>
            </a:br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22" name="矩形 21"/>
          <p:cNvSpPr/>
          <p:nvPr/>
        </p:nvSpPr>
        <p:spPr>
          <a:xfrm>
            <a:off x="5215177" y="4426019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Java : </a:t>
            </a:r>
            <a:r>
              <a:rPr lang="en-US" altLang="zh-TW" sz="1200" dirty="0" err="1"/>
              <a:t>ActionTask</a:t>
            </a:r>
            <a:endParaRPr lang="en-US" altLang="zh-TW" sz="1200" dirty="0"/>
          </a:p>
          <a:p>
            <a:pPr algn="ctr"/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23" name="矩形 22"/>
          <p:cNvSpPr/>
          <p:nvPr/>
        </p:nvSpPr>
        <p:spPr>
          <a:xfrm>
            <a:off x="7470585" y="4426019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OC : Callback</a:t>
            </a:r>
          </a:p>
          <a:p>
            <a:pPr algn="ctr"/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27" name="向下箭號 26"/>
          <p:cNvSpPr/>
          <p:nvPr/>
        </p:nvSpPr>
        <p:spPr>
          <a:xfrm>
            <a:off x="8120291" y="2041061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向下箭號 27"/>
          <p:cNvSpPr/>
          <p:nvPr/>
        </p:nvSpPr>
        <p:spPr>
          <a:xfrm>
            <a:off x="3609475" y="2041060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下箭號 28"/>
          <p:cNvSpPr/>
          <p:nvPr/>
        </p:nvSpPr>
        <p:spPr>
          <a:xfrm>
            <a:off x="5864883" y="3603726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向下箭號 29"/>
          <p:cNvSpPr/>
          <p:nvPr/>
        </p:nvSpPr>
        <p:spPr>
          <a:xfrm>
            <a:off x="8120291" y="3603725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向下箭號 30"/>
          <p:cNvSpPr/>
          <p:nvPr/>
        </p:nvSpPr>
        <p:spPr>
          <a:xfrm>
            <a:off x="3609475" y="3603724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60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726609" y="686606"/>
            <a:ext cx="6624536" cy="139570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SA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2726610" y="2258829"/>
            <a:ext cx="6624536" cy="14076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SD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887113" y="1057326"/>
            <a:ext cx="6303523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err="1"/>
              <a:t>Async</a:t>
            </a:r>
            <a:r>
              <a:rPr lang="en-US" altLang="zh-TW" sz="1600" dirty="0"/>
              <a:t> Feature</a:t>
            </a:r>
            <a:endParaRPr lang="zh-TW" altLang="en-US" sz="1600" dirty="0"/>
          </a:p>
        </p:txBody>
      </p:sp>
      <p:sp>
        <p:nvSpPr>
          <p:cNvPr id="37" name="矩形 36"/>
          <p:cNvSpPr/>
          <p:nvPr/>
        </p:nvSpPr>
        <p:spPr>
          <a:xfrm>
            <a:off x="2887116" y="2631291"/>
            <a:ext cx="6303519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all : Promise</a:t>
            </a:r>
            <a:br>
              <a:rPr lang="en-US" altLang="zh-TW" sz="1200" dirty="0"/>
            </a:br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40" name="向下箭號 39"/>
          <p:cNvSpPr/>
          <p:nvPr/>
        </p:nvSpPr>
        <p:spPr>
          <a:xfrm>
            <a:off x="5792230" y="1821301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2726609" y="3837303"/>
            <a:ext cx="6624536" cy="140761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PG</a:t>
            </a:r>
            <a:endParaRPr lang="zh-TW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2887116" y="4209765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C# : Promise</a:t>
            </a:r>
            <a:br>
              <a:rPr lang="en-US" altLang="zh-TW" sz="1200" dirty="0"/>
            </a:br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200" dirty="0"/>
          </a:p>
        </p:txBody>
      </p:sp>
      <p:sp>
        <p:nvSpPr>
          <p:cNvPr id="43" name="矩形 42"/>
          <p:cNvSpPr/>
          <p:nvPr/>
        </p:nvSpPr>
        <p:spPr>
          <a:xfrm>
            <a:off x="5142524" y="4206258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Java : Promise</a:t>
            </a:r>
          </a:p>
          <a:p>
            <a:pPr algn="ctr"/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44" name="矩形 43"/>
          <p:cNvSpPr/>
          <p:nvPr/>
        </p:nvSpPr>
        <p:spPr>
          <a:xfrm>
            <a:off x="7397932" y="4206258"/>
            <a:ext cx="1792704" cy="862134"/>
          </a:xfrm>
          <a:prstGeom prst="rect">
            <a:avLst/>
          </a:prstGeom>
          <a:solidFill>
            <a:schemeClr val="tx2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OC : Promise</a:t>
            </a:r>
          </a:p>
          <a:p>
            <a:pPr algn="ctr"/>
            <a:r>
              <a:rPr lang="en-US" altLang="zh-TW" sz="1600" dirty="0" err="1"/>
              <a:t>Async</a:t>
            </a:r>
            <a:r>
              <a:rPr lang="en-US" altLang="zh-TW" sz="1600" dirty="0"/>
              <a:t> Function</a:t>
            </a:r>
            <a:endParaRPr lang="zh-TW" altLang="en-US" sz="1600" dirty="0"/>
          </a:p>
        </p:txBody>
      </p:sp>
      <p:sp>
        <p:nvSpPr>
          <p:cNvPr id="47" name="向下箭號 46"/>
          <p:cNvSpPr/>
          <p:nvPr/>
        </p:nvSpPr>
        <p:spPr>
          <a:xfrm>
            <a:off x="5792230" y="3383965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向下箭號 47"/>
          <p:cNvSpPr/>
          <p:nvPr/>
        </p:nvSpPr>
        <p:spPr>
          <a:xfrm>
            <a:off x="8047638" y="3383964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向下箭號 48"/>
          <p:cNvSpPr/>
          <p:nvPr/>
        </p:nvSpPr>
        <p:spPr>
          <a:xfrm>
            <a:off x="3536822" y="3383963"/>
            <a:ext cx="493295" cy="90667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54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s Direction 16X9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Direction_16x9_TP103431346" id="{94EB39F4-636E-4DEA-BA59-9A2F31DBD9B1}" vid="{D676E463-196C-4964-9CC7-448F2B5A5E65}"/>
    </a:ext>
  </a:extLst>
</a:theme>
</file>

<file path=ppt/theme/theme2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0D23229-ACB3-4158-AD37-197CF91833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企業方向簡報 (寬螢幕)</Template>
  <TotalTime>0</TotalTime>
  <Words>55</Words>
  <Application>Microsoft Office PowerPoint</Application>
  <PresentationFormat>寬螢幕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Microsoft JhengHei UI</vt:lpstr>
      <vt:lpstr>Arial</vt:lpstr>
      <vt:lpstr>Book Antiqua</vt:lpstr>
      <vt:lpstr>Sales Direction 16X9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2015-11-27T05:29:44Z</dcterms:created>
  <dcterms:modified xsi:type="dcterms:W3CDTF">2015-11-27T06:15:33Z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TC034313749991</vt:lpwstr>
  </property>
</Properties>
</file>