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2" d="100"/>
          <a:sy n="92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400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8965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2209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2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1913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39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84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6539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494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41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790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8964B-44D3-492F-B080-7A8CD96BFD56}" type="datetimeFigureOut">
              <a:rPr lang="zh-TW" altLang="en-US" smtClean="0"/>
              <a:t>2015/6/8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AB7A1-B7C2-4DA1-82CD-2B921E41E0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33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7687" y="1030778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User</a:t>
            </a:r>
            <a:endParaRPr lang="zh-TW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5020887" y="1030778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Role</a:t>
            </a:r>
            <a:endParaRPr lang="zh-TW" altLang="en-US" sz="2800" dirty="0"/>
          </a:p>
        </p:txBody>
      </p:sp>
      <p:cxnSp>
        <p:nvCxnSpPr>
          <p:cNvPr id="6" name="直線接點 5"/>
          <p:cNvCxnSpPr>
            <a:stCxn id="2" idx="3"/>
            <a:endCxn id="3" idx="1"/>
          </p:cNvCxnSpPr>
          <p:nvPr/>
        </p:nvCxnSpPr>
        <p:spPr>
          <a:xfrm>
            <a:off x="4106487" y="1487978"/>
            <a:ext cx="9144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4097352" y="11970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*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715261" y="14990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*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764087" y="1030778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Permission</a:t>
            </a:r>
            <a:endParaRPr lang="zh-TW" altLang="en-US" sz="2800" dirty="0"/>
          </a:p>
        </p:txBody>
      </p:sp>
      <p:cxnSp>
        <p:nvCxnSpPr>
          <p:cNvPr id="12" name="直線接點 11"/>
          <p:cNvCxnSpPr>
            <a:endCxn id="11" idx="1"/>
          </p:cNvCxnSpPr>
          <p:nvPr/>
        </p:nvCxnSpPr>
        <p:spPr>
          <a:xfrm>
            <a:off x="6849687" y="1487978"/>
            <a:ext cx="9144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6840552" y="11970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*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458461" y="14990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*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694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</Words>
  <Application>Microsoft Office PowerPoint</Application>
  <PresentationFormat>寬螢幕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Clark Chou</dc:creator>
  <cp:lastModifiedBy>Clark Chou</cp:lastModifiedBy>
  <cp:revision>4</cp:revision>
  <dcterms:created xsi:type="dcterms:W3CDTF">2015-06-08T09:10:18Z</dcterms:created>
  <dcterms:modified xsi:type="dcterms:W3CDTF">2015-06-08T09:31:09Z</dcterms:modified>
</cp:coreProperties>
</file>